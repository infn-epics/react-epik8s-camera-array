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69" r:id="rId5"/>
  </p:sldIdLst>
  <p:sldSz cx="15119350" cy="1043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3E309-6F95-BBC8-68ED-7C7172DA26ED}" v="4" dt="2026-01-27T15:39:57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08486"/>
            <a:ext cx="12851448" cy="3634458"/>
          </a:xfrm>
        </p:spPr>
        <p:txBody>
          <a:bodyPr anchor="b"/>
          <a:lstStyle>
            <a:lvl1pPr algn="ctr">
              <a:defRPr sz="9133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483102"/>
            <a:ext cx="11339513" cy="2520438"/>
          </a:xfrm>
        </p:spPr>
        <p:txBody>
          <a:bodyPr/>
          <a:lstStyle>
            <a:lvl1pPr marL="0" indent="0" algn="ctr">
              <a:buNone/>
              <a:defRPr sz="3653"/>
            </a:lvl1pPr>
            <a:lvl2pPr marL="695950" indent="0" algn="ctr">
              <a:buNone/>
              <a:defRPr sz="3044"/>
            </a:lvl2pPr>
            <a:lvl3pPr marL="1391900" indent="0" algn="ctr">
              <a:buNone/>
              <a:defRPr sz="2740"/>
            </a:lvl3pPr>
            <a:lvl4pPr marL="2087850" indent="0" algn="ctr">
              <a:buNone/>
              <a:defRPr sz="2436"/>
            </a:lvl4pPr>
            <a:lvl5pPr marL="2783799" indent="0" algn="ctr">
              <a:buNone/>
              <a:defRPr sz="2436"/>
            </a:lvl5pPr>
            <a:lvl6pPr marL="3479749" indent="0" algn="ctr">
              <a:buNone/>
              <a:defRPr sz="2436"/>
            </a:lvl6pPr>
            <a:lvl7pPr marL="4175699" indent="0" algn="ctr">
              <a:buNone/>
              <a:defRPr sz="2436"/>
            </a:lvl7pPr>
            <a:lvl8pPr marL="4871649" indent="0" algn="ctr">
              <a:buNone/>
              <a:defRPr sz="2436"/>
            </a:lvl8pPr>
            <a:lvl9pPr marL="5567599" indent="0" algn="ctr">
              <a:buNone/>
              <a:defRPr sz="2436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14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0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02603"/>
            <a:ext cx="13040439" cy="4342500"/>
          </a:xfrm>
        </p:spPr>
        <p:txBody>
          <a:bodyPr anchor="b"/>
          <a:lstStyle>
            <a:lvl1pPr>
              <a:defRPr sz="9133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6986185"/>
            <a:ext cx="13040439" cy="2283618"/>
          </a:xfrm>
        </p:spPr>
        <p:txBody>
          <a:bodyPr/>
          <a:lstStyle>
            <a:lvl1pPr marL="0" indent="0">
              <a:buNone/>
              <a:defRPr sz="3653">
                <a:solidFill>
                  <a:schemeClr val="tx1"/>
                </a:solidFill>
              </a:defRPr>
            </a:lvl1pPr>
            <a:lvl2pPr marL="695950" indent="0">
              <a:buNone/>
              <a:defRPr sz="3044">
                <a:solidFill>
                  <a:schemeClr val="tx1">
                    <a:tint val="75000"/>
                  </a:schemeClr>
                </a:solidFill>
              </a:defRPr>
            </a:lvl2pPr>
            <a:lvl3pPr marL="1391900" indent="0">
              <a:buNone/>
              <a:defRPr sz="2740">
                <a:solidFill>
                  <a:schemeClr val="tx1">
                    <a:tint val="75000"/>
                  </a:schemeClr>
                </a:solidFill>
              </a:defRPr>
            </a:lvl3pPr>
            <a:lvl4pPr marL="2087850" indent="0">
              <a:buNone/>
              <a:defRPr sz="2436">
                <a:solidFill>
                  <a:schemeClr val="tx1">
                    <a:tint val="75000"/>
                  </a:schemeClr>
                </a:solidFill>
              </a:defRPr>
            </a:lvl4pPr>
            <a:lvl5pPr marL="2783799" indent="0">
              <a:buNone/>
              <a:defRPr sz="2436">
                <a:solidFill>
                  <a:schemeClr val="tx1">
                    <a:tint val="75000"/>
                  </a:schemeClr>
                </a:solidFill>
              </a:defRPr>
            </a:lvl5pPr>
            <a:lvl6pPr marL="3479749" indent="0">
              <a:buNone/>
              <a:defRPr sz="2436">
                <a:solidFill>
                  <a:schemeClr val="tx1">
                    <a:tint val="75000"/>
                  </a:schemeClr>
                </a:solidFill>
              </a:defRPr>
            </a:lvl6pPr>
            <a:lvl7pPr marL="4175699" indent="0">
              <a:buNone/>
              <a:defRPr sz="2436">
                <a:solidFill>
                  <a:schemeClr val="tx1">
                    <a:tint val="75000"/>
                  </a:schemeClr>
                </a:solidFill>
              </a:defRPr>
            </a:lvl7pPr>
            <a:lvl8pPr marL="4871649" indent="0">
              <a:buNone/>
              <a:defRPr sz="2436">
                <a:solidFill>
                  <a:schemeClr val="tx1">
                    <a:tint val="75000"/>
                  </a:schemeClr>
                </a:solidFill>
              </a:defRPr>
            </a:lvl8pPr>
            <a:lvl9pPr marL="5567599" indent="0">
              <a:buNone/>
              <a:defRPr sz="24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21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779007"/>
            <a:ext cx="6425724" cy="66237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779007"/>
            <a:ext cx="6425724" cy="66237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55804"/>
            <a:ext cx="13040439" cy="201780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559104"/>
            <a:ext cx="6396193" cy="1254177"/>
          </a:xfrm>
        </p:spPr>
        <p:txBody>
          <a:bodyPr anchor="b"/>
          <a:lstStyle>
            <a:lvl1pPr marL="0" indent="0">
              <a:buNone/>
              <a:defRPr sz="3653" b="1"/>
            </a:lvl1pPr>
            <a:lvl2pPr marL="695950" indent="0">
              <a:buNone/>
              <a:defRPr sz="3044" b="1"/>
            </a:lvl2pPr>
            <a:lvl3pPr marL="1391900" indent="0">
              <a:buNone/>
              <a:defRPr sz="2740" b="1"/>
            </a:lvl3pPr>
            <a:lvl4pPr marL="2087850" indent="0">
              <a:buNone/>
              <a:defRPr sz="2436" b="1"/>
            </a:lvl4pPr>
            <a:lvl5pPr marL="2783799" indent="0">
              <a:buNone/>
              <a:defRPr sz="2436" b="1"/>
            </a:lvl5pPr>
            <a:lvl6pPr marL="3479749" indent="0">
              <a:buNone/>
              <a:defRPr sz="2436" b="1"/>
            </a:lvl6pPr>
            <a:lvl7pPr marL="4175699" indent="0">
              <a:buNone/>
              <a:defRPr sz="2436" b="1"/>
            </a:lvl7pPr>
            <a:lvl8pPr marL="4871649" indent="0">
              <a:buNone/>
              <a:defRPr sz="2436" b="1"/>
            </a:lvl8pPr>
            <a:lvl9pPr marL="5567599" indent="0">
              <a:buNone/>
              <a:defRPr sz="2436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813281"/>
            <a:ext cx="6396193" cy="560876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559104"/>
            <a:ext cx="6427693" cy="1254177"/>
          </a:xfrm>
        </p:spPr>
        <p:txBody>
          <a:bodyPr anchor="b"/>
          <a:lstStyle>
            <a:lvl1pPr marL="0" indent="0">
              <a:buNone/>
              <a:defRPr sz="3653" b="1"/>
            </a:lvl1pPr>
            <a:lvl2pPr marL="695950" indent="0">
              <a:buNone/>
              <a:defRPr sz="3044" b="1"/>
            </a:lvl2pPr>
            <a:lvl3pPr marL="1391900" indent="0">
              <a:buNone/>
              <a:defRPr sz="2740" b="1"/>
            </a:lvl3pPr>
            <a:lvl4pPr marL="2087850" indent="0">
              <a:buNone/>
              <a:defRPr sz="2436" b="1"/>
            </a:lvl4pPr>
            <a:lvl5pPr marL="2783799" indent="0">
              <a:buNone/>
              <a:defRPr sz="2436" b="1"/>
            </a:lvl5pPr>
            <a:lvl6pPr marL="3479749" indent="0">
              <a:buNone/>
              <a:defRPr sz="2436" b="1"/>
            </a:lvl6pPr>
            <a:lvl7pPr marL="4175699" indent="0">
              <a:buNone/>
              <a:defRPr sz="2436" b="1"/>
            </a:lvl7pPr>
            <a:lvl8pPr marL="4871649" indent="0">
              <a:buNone/>
              <a:defRPr sz="2436" b="1"/>
            </a:lvl8pPr>
            <a:lvl9pPr marL="5567599" indent="0">
              <a:buNone/>
              <a:defRPr sz="2436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813281"/>
            <a:ext cx="6427693" cy="560876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9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4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695960"/>
            <a:ext cx="4876384" cy="2435860"/>
          </a:xfrm>
        </p:spPr>
        <p:txBody>
          <a:bodyPr anchor="b"/>
          <a:lstStyle>
            <a:lvl1pPr>
              <a:defRPr sz="487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03083"/>
            <a:ext cx="7654171" cy="7418740"/>
          </a:xfrm>
        </p:spPr>
        <p:txBody>
          <a:bodyPr/>
          <a:lstStyle>
            <a:lvl1pPr>
              <a:defRPr sz="4871"/>
            </a:lvl1pPr>
            <a:lvl2pPr>
              <a:defRPr sz="4262"/>
            </a:lvl2pPr>
            <a:lvl3pPr>
              <a:defRPr sz="3653"/>
            </a:lvl3pPr>
            <a:lvl4pPr>
              <a:defRPr sz="3044"/>
            </a:lvl4pPr>
            <a:lvl5pPr>
              <a:defRPr sz="3044"/>
            </a:lvl5pPr>
            <a:lvl6pPr>
              <a:defRPr sz="3044"/>
            </a:lvl6pPr>
            <a:lvl7pPr>
              <a:defRPr sz="3044"/>
            </a:lvl7pPr>
            <a:lvl8pPr>
              <a:defRPr sz="3044"/>
            </a:lvl8pPr>
            <a:lvl9pPr>
              <a:defRPr sz="3044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131820"/>
            <a:ext cx="4876384" cy="5802084"/>
          </a:xfrm>
        </p:spPr>
        <p:txBody>
          <a:bodyPr/>
          <a:lstStyle>
            <a:lvl1pPr marL="0" indent="0">
              <a:buNone/>
              <a:defRPr sz="2436"/>
            </a:lvl1pPr>
            <a:lvl2pPr marL="695950" indent="0">
              <a:buNone/>
              <a:defRPr sz="2131"/>
            </a:lvl2pPr>
            <a:lvl3pPr marL="1391900" indent="0">
              <a:buNone/>
              <a:defRPr sz="1827"/>
            </a:lvl3pPr>
            <a:lvl4pPr marL="2087850" indent="0">
              <a:buNone/>
              <a:defRPr sz="1522"/>
            </a:lvl4pPr>
            <a:lvl5pPr marL="2783799" indent="0">
              <a:buNone/>
              <a:defRPr sz="1522"/>
            </a:lvl5pPr>
            <a:lvl6pPr marL="3479749" indent="0">
              <a:buNone/>
              <a:defRPr sz="1522"/>
            </a:lvl6pPr>
            <a:lvl7pPr marL="4175699" indent="0">
              <a:buNone/>
              <a:defRPr sz="1522"/>
            </a:lvl7pPr>
            <a:lvl8pPr marL="4871649" indent="0">
              <a:buNone/>
              <a:defRPr sz="1522"/>
            </a:lvl8pPr>
            <a:lvl9pPr marL="5567599" indent="0">
              <a:buNone/>
              <a:defRPr sz="1522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7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695960"/>
            <a:ext cx="4876384" cy="2435860"/>
          </a:xfrm>
        </p:spPr>
        <p:txBody>
          <a:bodyPr anchor="b"/>
          <a:lstStyle>
            <a:lvl1pPr>
              <a:defRPr sz="487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03083"/>
            <a:ext cx="7654171" cy="7418740"/>
          </a:xfrm>
        </p:spPr>
        <p:txBody>
          <a:bodyPr anchor="t"/>
          <a:lstStyle>
            <a:lvl1pPr marL="0" indent="0">
              <a:buNone/>
              <a:defRPr sz="4871"/>
            </a:lvl1pPr>
            <a:lvl2pPr marL="695950" indent="0">
              <a:buNone/>
              <a:defRPr sz="4262"/>
            </a:lvl2pPr>
            <a:lvl3pPr marL="1391900" indent="0">
              <a:buNone/>
              <a:defRPr sz="3653"/>
            </a:lvl3pPr>
            <a:lvl4pPr marL="2087850" indent="0">
              <a:buNone/>
              <a:defRPr sz="3044"/>
            </a:lvl4pPr>
            <a:lvl5pPr marL="2783799" indent="0">
              <a:buNone/>
              <a:defRPr sz="3044"/>
            </a:lvl5pPr>
            <a:lvl6pPr marL="3479749" indent="0">
              <a:buNone/>
              <a:defRPr sz="3044"/>
            </a:lvl6pPr>
            <a:lvl7pPr marL="4175699" indent="0">
              <a:buNone/>
              <a:defRPr sz="3044"/>
            </a:lvl7pPr>
            <a:lvl8pPr marL="4871649" indent="0">
              <a:buNone/>
              <a:defRPr sz="3044"/>
            </a:lvl8pPr>
            <a:lvl9pPr marL="5567599" indent="0">
              <a:buNone/>
              <a:defRPr sz="3044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131820"/>
            <a:ext cx="4876384" cy="5802084"/>
          </a:xfrm>
        </p:spPr>
        <p:txBody>
          <a:bodyPr/>
          <a:lstStyle>
            <a:lvl1pPr marL="0" indent="0">
              <a:buNone/>
              <a:defRPr sz="2436"/>
            </a:lvl1pPr>
            <a:lvl2pPr marL="695950" indent="0">
              <a:buNone/>
              <a:defRPr sz="2131"/>
            </a:lvl2pPr>
            <a:lvl3pPr marL="1391900" indent="0">
              <a:buNone/>
              <a:defRPr sz="1827"/>
            </a:lvl3pPr>
            <a:lvl4pPr marL="2087850" indent="0">
              <a:buNone/>
              <a:defRPr sz="1522"/>
            </a:lvl4pPr>
            <a:lvl5pPr marL="2783799" indent="0">
              <a:buNone/>
              <a:defRPr sz="1522"/>
            </a:lvl5pPr>
            <a:lvl6pPr marL="3479749" indent="0">
              <a:buNone/>
              <a:defRPr sz="1522"/>
            </a:lvl6pPr>
            <a:lvl7pPr marL="4175699" indent="0">
              <a:buNone/>
              <a:defRPr sz="1522"/>
            </a:lvl7pPr>
            <a:lvl8pPr marL="4871649" indent="0">
              <a:buNone/>
              <a:defRPr sz="1522"/>
            </a:lvl8pPr>
            <a:lvl9pPr marL="5567599" indent="0">
              <a:buNone/>
              <a:defRPr sz="1522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37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2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55801"/>
            <a:ext cx="3260110" cy="884690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55801"/>
            <a:ext cx="9591338" cy="884690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55804"/>
            <a:ext cx="13040439" cy="201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779007"/>
            <a:ext cx="13040439" cy="6623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675780"/>
            <a:ext cx="3401854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D05EC-2053-4C36-BA7B-D54655B04D4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675780"/>
            <a:ext cx="5102781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675780"/>
            <a:ext cx="3401854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41454-2054-45B4-9ECB-79F391463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7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91900" rtl="0" eaLnBrk="1" latinLnBrk="0" hangingPunct="1">
        <a:lnSpc>
          <a:spcPct val="90000"/>
        </a:lnSpc>
        <a:spcBef>
          <a:spcPct val="0"/>
        </a:spcBef>
        <a:buNone/>
        <a:defRPr sz="66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7975" indent="-347975" algn="l" defTabSz="1391900" rtl="0" eaLnBrk="1" latinLnBrk="0" hangingPunct="1">
        <a:lnSpc>
          <a:spcPct val="90000"/>
        </a:lnSpc>
        <a:spcBef>
          <a:spcPts val="1522"/>
        </a:spcBef>
        <a:buFont typeface="Arial" panose="020B0604020202020204" pitchFamily="34" charset="0"/>
        <a:buChar char="•"/>
        <a:defRPr sz="4262" kern="1200">
          <a:solidFill>
            <a:schemeClr val="tx1"/>
          </a:solidFill>
          <a:latin typeface="+mn-lt"/>
          <a:ea typeface="+mn-ea"/>
          <a:cs typeface="+mn-cs"/>
        </a:defRPr>
      </a:lvl1pPr>
      <a:lvl2pPr marL="1043925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3653" kern="1200">
          <a:solidFill>
            <a:schemeClr val="tx1"/>
          </a:solidFill>
          <a:latin typeface="+mn-lt"/>
          <a:ea typeface="+mn-ea"/>
          <a:cs typeface="+mn-cs"/>
        </a:defRPr>
      </a:lvl2pPr>
      <a:lvl3pPr marL="1739875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3044" kern="1200">
          <a:solidFill>
            <a:schemeClr val="tx1"/>
          </a:solidFill>
          <a:latin typeface="+mn-lt"/>
          <a:ea typeface="+mn-ea"/>
          <a:cs typeface="+mn-cs"/>
        </a:defRPr>
      </a:lvl3pPr>
      <a:lvl4pPr marL="243582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4pPr>
      <a:lvl5pPr marL="313177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5pPr>
      <a:lvl6pPr marL="382772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6pPr>
      <a:lvl7pPr marL="452367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7pPr>
      <a:lvl8pPr marL="521962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8pPr>
      <a:lvl9pPr marL="591557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1pPr>
      <a:lvl2pPr marL="695950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2pPr>
      <a:lvl3pPr marL="1391900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3pPr>
      <a:lvl4pPr marL="2087850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4pPr>
      <a:lvl5pPr marL="278379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5pPr>
      <a:lvl6pPr marL="347974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6pPr>
      <a:lvl7pPr marL="417569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7pPr>
      <a:lvl8pPr marL="487164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8pPr>
      <a:lvl9pPr marL="556759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Rectangle 537">
            <a:extLst>
              <a:ext uri="{FF2B5EF4-FFF2-40B4-BE49-F238E27FC236}">
                <a16:creationId xmlns:a16="http://schemas.microsoft.com/office/drawing/2014/main" id="{4A87383F-4DDE-69A9-AF2B-E6EA985873E8}"/>
              </a:ext>
            </a:extLst>
          </p:cNvPr>
          <p:cNvSpPr/>
          <p:nvPr/>
        </p:nvSpPr>
        <p:spPr>
          <a:xfrm>
            <a:off x="11958878" y="7048566"/>
            <a:ext cx="46676" cy="28939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68" name="Rectangle 544">
            <a:extLst>
              <a:ext uri="{FF2B5EF4-FFF2-40B4-BE49-F238E27FC236}">
                <a16:creationId xmlns:a16="http://schemas.microsoft.com/office/drawing/2014/main" id="{0C5260CC-15C7-5993-00E2-61A943E34D98}"/>
              </a:ext>
            </a:extLst>
          </p:cNvPr>
          <p:cNvSpPr/>
          <p:nvPr/>
        </p:nvSpPr>
        <p:spPr>
          <a:xfrm>
            <a:off x="11540039" y="6814884"/>
            <a:ext cx="52864" cy="7677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69" name="Rectangle 542">
            <a:extLst>
              <a:ext uri="{FF2B5EF4-FFF2-40B4-BE49-F238E27FC236}">
                <a16:creationId xmlns:a16="http://schemas.microsoft.com/office/drawing/2014/main" id="{C97D451A-770A-342B-2E31-FE94191696AD}"/>
              </a:ext>
            </a:extLst>
          </p:cNvPr>
          <p:cNvSpPr/>
          <p:nvPr/>
        </p:nvSpPr>
        <p:spPr>
          <a:xfrm>
            <a:off x="11643232" y="6814146"/>
            <a:ext cx="52252" cy="7677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70" name="Rectangle 313">
            <a:extLst>
              <a:ext uri="{FF2B5EF4-FFF2-40B4-BE49-F238E27FC236}">
                <a16:creationId xmlns:a16="http://schemas.microsoft.com/office/drawing/2014/main" id="{1FCE1EF5-997E-C3DB-28E4-16EB3CD999EC}"/>
              </a:ext>
            </a:extLst>
          </p:cNvPr>
          <p:cNvSpPr/>
          <p:nvPr/>
        </p:nvSpPr>
        <p:spPr>
          <a:xfrm>
            <a:off x="12028919" y="6609607"/>
            <a:ext cx="202766" cy="117803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71" name="TextBox 36">
            <a:extLst>
              <a:ext uri="{FF2B5EF4-FFF2-40B4-BE49-F238E27FC236}">
                <a16:creationId xmlns:a16="http://schemas.microsoft.com/office/drawing/2014/main" id="{DF0961B2-4948-34E2-6003-D497DFAE2312}"/>
              </a:ext>
            </a:extLst>
          </p:cNvPr>
          <p:cNvSpPr txBox="1"/>
          <p:nvPr/>
        </p:nvSpPr>
        <p:spPr>
          <a:xfrm rot="16200000">
            <a:off x="11044150" y="6272574"/>
            <a:ext cx="830677" cy="192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52"/>
              <a:t>LEL-MAG-QUAD01 </a:t>
            </a:r>
          </a:p>
        </p:txBody>
      </p:sp>
      <p:sp>
        <p:nvSpPr>
          <p:cNvPr id="972" name="TextBox 37">
            <a:extLst>
              <a:ext uri="{FF2B5EF4-FFF2-40B4-BE49-F238E27FC236}">
                <a16:creationId xmlns:a16="http://schemas.microsoft.com/office/drawing/2014/main" id="{9CB6E25C-3406-822D-7BA9-7D98C625E9A1}"/>
              </a:ext>
            </a:extLst>
          </p:cNvPr>
          <p:cNvSpPr txBox="1"/>
          <p:nvPr/>
        </p:nvSpPr>
        <p:spPr>
          <a:xfrm rot="16200000">
            <a:off x="11044162" y="6204990"/>
            <a:ext cx="1050594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LEL-MAG-QUAD02 </a:t>
            </a:r>
          </a:p>
        </p:txBody>
      </p:sp>
      <p:sp>
        <p:nvSpPr>
          <p:cNvPr id="973" name="TextBox 38">
            <a:extLst>
              <a:ext uri="{FF2B5EF4-FFF2-40B4-BE49-F238E27FC236}">
                <a16:creationId xmlns:a16="http://schemas.microsoft.com/office/drawing/2014/main" id="{F82A6121-2527-CA69-5A5B-4DE1ABFF2F6A}"/>
              </a:ext>
            </a:extLst>
          </p:cNvPr>
          <p:cNvSpPr txBox="1"/>
          <p:nvPr/>
        </p:nvSpPr>
        <p:spPr>
          <a:xfrm rot="16200000">
            <a:off x="11161080" y="6211985"/>
            <a:ext cx="102844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LEL-MAG-QUAD03 </a:t>
            </a:r>
          </a:p>
        </p:txBody>
      </p:sp>
      <p:sp>
        <p:nvSpPr>
          <p:cNvPr id="974" name="Rectangle 87">
            <a:extLst>
              <a:ext uri="{FF2B5EF4-FFF2-40B4-BE49-F238E27FC236}">
                <a16:creationId xmlns:a16="http://schemas.microsoft.com/office/drawing/2014/main" id="{8CB0DE86-625F-0116-4E0E-E6DD8FA5410D}"/>
              </a:ext>
            </a:extLst>
          </p:cNvPr>
          <p:cNvSpPr/>
          <p:nvPr/>
        </p:nvSpPr>
        <p:spPr>
          <a:xfrm>
            <a:off x="9434679" y="7047182"/>
            <a:ext cx="1012543" cy="31814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75" name="Rectangle 91">
            <a:extLst>
              <a:ext uri="{FF2B5EF4-FFF2-40B4-BE49-F238E27FC236}">
                <a16:creationId xmlns:a16="http://schemas.microsoft.com/office/drawing/2014/main" id="{AD065A71-464E-4872-B5ED-6FBF8997AB30}"/>
              </a:ext>
            </a:extLst>
          </p:cNvPr>
          <p:cNvSpPr/>
          <p:nvPr/>
        </p:nvSpPr>
        <p:spPr>
          <a:xfrm>
            <a:off x="8219636" y="7039422"/>
            <a:ext cx="1046954" cy="31814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76" name="TextBox 92">
            <a:extLst>
              <a:ext uri="{FF2B5EF4-FFF2-40B4-BE49-F238E27FC236}">
                <a16:creationId xmlns:a16="http://schemas.microsoft.com/office/drawing/2014/main" id="{7E0CBA4A-02D4-7308-594F-A26E4195573A}"/>
              </a:ext>
            </a:extLst>
          </p:cNvPr>
          <p:cNvSpPr txBox="1"/>
          <p:nvPr/>
        </p:nvSpPr>
        <p:spPr>
          <a:xfrm rot="16200000">
            <a:off x="8406310" y="6353673"/>
            <a:ext cx="651140" cy="192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52"/>
              <a:t>LEL-RF-ACC01</a:t>
            </a:r>
          </a:p>
        </p:txBody>
      </p:sp>
      <p:sp>
        <p:nvSpPr>
          <p:cNvPr id="977" name="Rectangle 88">
            <a:extLst>
              <a:ext uri="{FF2B5EF4-FFF2-40B4-BE49-F238E27FC236}">
                <a16:creationId xmlns:a16="http://schemas.microsoft.com/office/drawing/2014/main" id="{D23E4384-ED52-76EE-2AB8-E771616AE86B}"/>
              </a:ext>
            </a:extLst>
          </p:cNvPr>
          <p:cNvSpPr/>
          <p:nvPr/>
        </p:nvSpPr>
        <p:spPr>
          <a:xfrm>
            <a:off x="10723997" y="7045569"/>
            <a:ext cx="572970" cy="3181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cxnSp>
        <p:nvCxnSpPr>
          <p:cNvPr id="978" name="Straight Arrow Connector 99">
            <a:extLst>
              <a:ext uri="{FF2B5EF4-FFF2-40B4-BE49-F238E27FC236}">
                <a16:creationId xmlns:a16="http://schemas.microsoft.com/office/drawing/2014/main" id="{070812D6-4D72-5828-2A44-611D5802F34C}"/>
              </a:ext>
            </a:extLst>
          </p:cNvPr>
          <p:cNvCxnSpPr/>
          <p:nvPr/>
        </p:nvCxnSpPr>
        <p:spPr>
          <a:xfrm flipH="1">
            <a:off x="7919603" y="5977389"/>
            <a:ext cx="7918" cy="112305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9" name="TextBox 101">
            <a:extLst>
              <a:ext uri="{FF2B5EF4-FFF2-40B4-BE49-F238E27FC236}">
                <a16:creationId xmlns:a16="http://schemas.microsoft.com/office/drawing/2014/main" id="{5A519C03-F317-1E66-72F0-5FFA172FCEA0}"/>
              </a:ext>
            </a:extLst>
          </p:cNvPr>
          <p:cNvSpPr txBox="1"/>
          <p:nvPr/>
        </p:nvSpPr>
        <p:spPr>
          <a:xfrm rot="16200000">
            <a:off x="7443141" y="5986087"/>
            <a:ext cx="719836" cy="267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41">
                <a:solidFill>
                  <a:srgbClr val="FF0000"/>
                </a:solidFill>
              </a:rPr>
              <a:t>Laser</a:t>
            </a:r>
          </a:p>
        </p:txBody>
      </p:sp>
      <p:sp>
        <p:nvSpPr>
          <p:cNvPr id="980" name="Rectangle 103">
            <a:extLst>
              <a:ext uri="{FF2B5EF4-FFF2-40B4-BE49-F238E27FC236}">
                <a16:creationId xmlns:a16="http://schemas.microsoft.com/office/drawing/2014/main" id="{94A780DD-4717-BCD5-836D-2C8F849987BA}"/>
              </a:ext>
            </a:extLst>
          </p:cNvPr>
          <p:cNvSpPr/>
          <p:nvPr/>
        </p:nvSpPr>
        <p:spPr>
          <a:xfrm>
            <a:off x="11444910" y="6816504"/>
            <a:ext cx="52864" cy="7677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82" name="Rectangle 336">
            <a:extLst>
              <a:ext uri="{FF2B5EF4-FFF2-40B4-BE49-F238E27FC236}">
                <a16:creationId xmlns:a16="http://schemas.microsoft.com/office/drawing/2014/main" id="{2D0010C6-01F0-0837-1A64-28EDF008A100}"/>
              </a:ext>
            </a:extLst>
          </p:cNvPr>
          <p:cNvSpPr/>
          <p:nvPr/>
        </p:nvSpPr>
        <p:spPr>
          <a:xfrm>
            <a:off x="10666707" y="7053935"/>
            <a:ext cx="37245" cy="28939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83" name="Rectangle 340">
            <a:extLst>
              <a:ext uri="{FF2B5EF4-FFF2-40B4-BE49-F238E27FC236}">
                <a16:creationId xmlns:a16="http://schemas.microsoft.com/office/drawing/2014/main" id="{BE96D615-D4BA-2306-F387-F91A3DBDC44C}"/>
              </a:ext>
            </a:extLst>
          </p:cNvPr>
          <p:cNvSpPr/>
          <p:nvPr/>
        </p:nvSpPr>
        <p:spPr>
          <a:xfrm>
            <a:off x="11312920" y="7055015"/>
            <a:ext cx="46676" cy="28939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84" name="Oval 341">
            <a:extLst>
              <a:ext uri="{FF2B5EF4-FFF2-40B4-BE49-F238E27FC236}">
                <a16:creationId xmlns:a16="http://schemas.microsoft.com/office/drawing/2014/main" id="{27CE0092-8A48-306C-1C38-5885B72A504F}"/>
              </a:ext>
            </a:extLst>
          </p:cNvPr>
          <p:cNvSpPr/>
          <p:nvPr/>
        </p:nvSpPr>
        <p:spPr>
          <a:xfrm>
            <a:off x="11382662" y="7048492"/>
            <a:ext cx="37483" cy="292806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85" name="Rectangle 355">
            <a:extLst>
              <a:ext uri="{FF2B5EF4-FFF2-40B4-BE49-F238E27FC236}">
                <a16:creationId xmlns:a16="http://schemas.microsoft.com/office/drawing/2014/main" id="{66660464-F3A2-CED6-A93F-ABE9856B07A2}"/>
              </a:ext>
            </a:extLst>
          </p:cNvPr>
          <p:cNvSpPr/>
          <p:nvPr/>
        </p:nvSpPr>
        <p:spPr>
          <a:xfrm rot="3385340">
            <a:off x="12560359" y="7770415"/>
            <a:ext cx="57176" cy="25205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41"/>
          </a:p>
        </p:txBody>
      </p:sp>
      <p:cxnSp>
        <p:nvCxnSpPr>
          <p:cNvPr id="986" name="Straight Connector 435">
            <a:extLst>
              <a:ext uri="{FF2B5EF4-FFF2-40B4-BE49-F238E27FC236}">
                <a16:creationId xmlns:a16="http://schemas.microsoft.com/office/drawing/2014/main" id="{E4F02EF6-14AB-094F-66BC-E83D9F92A3CE}"/>
              </a:ext>
            </a:extLst>
          </p:cNvPr>
          <p:cNvCxnSpPr/>
          <p:nvPr/>
        </p:nvCxnSpPr>
        <p:spPr>
          <a:xfrm flipH="1">
            <a:off x="7559675" y="8880488"/>
            <a:ext cx="1805390" cy="0"/>
          </a:xfrm>
          <a:prstGeom prst="line">
            <a:avLst/>
          </a:prstGeom>
          <a:ln w="762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7" name="TextBox 436">
            <a:extLst>
              <a:ext uri="{FF2B5EF4-FFF2-40B4-BE49-F238E27FC236}">
                <a16:creationId xmlns:a16="http://schemas.microsoft.com/office/drawing/2014/main" id="{BAFF035D-2FFB-16EE-29AB-CBC678468875}"/>
              </a:ext>
            </a:extLst>
          </p:cNvPr>
          <p:cNvSpPr txBox="1"/>
          <p:nvPr/>
        </p:nvSpPr>
        <p:spPr>
          <a:xfrm>
            <a:off x="7202526" y="8344763"/>
            <a:ext cx="2155783" cy="493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7"/>
              <a:t>Electron beam</a:t>
            </a:r>
          </a:p>
        </p:txBody>
      </p:sp>
      <p:sp>
        <p:nvSpPr>
          <p:cNvPr id="988" name="Rectangle 467">
            <a:extLst>
              <a:ext uri="{FF2B5EF4-FFF2-40B4-BE49-F238E27FC236}">
                <a16:creationId xmlns:a16="http://schemas.microsoft.com/office/drawing/2014/main" id="{C483D993-8DAA-1CDD-6508-2122E8449288}"/>
              </a:ext>
            </a:extLst>
          </p:cNvPr>
          <p:cNvSpPr/>
          <p:nvPr/>
        </p:nvSpPr>
        <p:spPr>
          <a:xfrm rot="3381024">
            <a:off x="12646283" y="8090411"/>
            <a:ext cx="299994" cy="2121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89" name="Rectangle 90">
            <a:extLst>
              <a:ext uri="{FF2B5EF4-FFF2-40B4-BE49-F238E27FC236}">
                <a16:creationId xmlns:a16="http://schemas.microsoft.com/office/drawing/2014/main" id="{A38EE68C-5F44-AB52-4A6F-D7E52E769700}"/>
              </a:ext>
            </a:extLst>
          </p:cNvPr>
          <p:cNvSpPr/>
          <p:nvPr/>
        </p:nvSpPr>
        <p:spPr>
          <a:xfrm>
            <a:off x="7564301" y="7086187"/>
            <a:ext cx="165017" cy="22391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90" name="Rectangle 468">
            <a:extLst>
              <a:ext uri="{FF2B5EF4-FFF2-40B4-BE49-F238E27FC236}">
                <a16:creationId xmlns:a16="http://schemas.microsoft.com/office/drawing/2014/main" id="{4ED2698B-A983-8376-AE6B-7E53875E2F7B}"/>
              </a:ext>
            </a:extLst>
          </p:cNvPr>
          <p:cNvSpPr/>
          <p:nvPr/>
        </p:nvSpPr>
        <p:spPr>
          <a:xfrm>
            <a:off x="7729316" y="6955304"/>
            <a:ext cx="58642" cy="990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91" name="Oval 471">
            <a:extLst>
              <a:ext uri="{FF2B5EF4-FFF2-40B4-BE49-F238E27FC236}">
                <a16:creationId xmlns:a16="http://schemas.microsoft.com/office/drawing/2014/main" id="{AA218E2D-C1CE-3FC7-C210-87D614A95E10}"/>
              </a:ext>
            </a:extLst>
          </p:cNvPr>
          <p:cNvSpPr/>
          <p:nvPr/>
        </p:nvSpPr>
        <p:spPr>
          <a:xfrm>
            <a:off x="8169847" y="7068908"/>
            <a:ext cx="32439" cy="243134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cxnSp>
        <p:nvCxnSpPr>
          <p:cNvPr id="992" name="Straight Connector 474">
            <a:extLst>
              <a:ext uri="{FF2B5EF4-FFF2-40B4-BE49-F238E27FC236}">
                <a16:creationId xmlns:a16="http://schemas.microsoft.com/office/drawing/2014/main" id="{01EC2073-4F30-D214-733E-C9EC218B69E1}"/>
              </a:ext>
            </a:extLst>
          </p:cNvPr>
          <p:cNvCxnSpPr/>
          <p:nvPr/>
        </p:nvCxnSpPr>
        <p:spPr>
          <a:xfrm>
            <a:off x="8050296" y="7074659"/>
            <a:ext cx="290" cy="2423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475">
            <a:extLst>
              <a:ext uri="{FF2B5EF4-FFF2-40B4-BE49-F238E27FC236}">
                <a16:creationId xmlns:a16="http://schemas.microsoft.com/office/drawing/2014/main" id="{76CEE562-888B-6985-BBC7-35B72B7FD955}"/>
              </a:ext>
            </a:extLst>
          </p:cNvPr>
          <p:cNvCxnSpPr/>
          <p:nvPr/>
        </p:nvCxnSpPr>
        <p:spPr>
          <a:xfrm>
            <a:off x="8097248" y="7068449"/>
            <a:ext cx="2505" cy="253104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478">
            <a:extLst>
              <a:ext uri="{FF2B5EF4-FFF2-40B4-BE49-F238E27FC236}">
                <a16:creationId xmlns:a16="http://schemas.microsoft.com/office/drawing/2014/main" id="{44AF3068-16EF-2195-177E-EFD528348861}"/>
              </a:ext>
            </a:extLst>
          </p:cNvPr>
          <p:cNvCxnSpPr/>
          <p:nvPr/>
        </p:nvCxnSpPr>
        <p:spPr>
          <a:xfrm>
            <a:off x="7805024" y="7083867"/>
            <a:ext cx="944" cy="2252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5" name="Rectangle 479">
            <a:extLst>
              <a:ext uri="{FF2B5EF4-FFF2-40B4-BE49-F238E27FC236}">
                <a16:creationId xmlns:a16="http://schemas.microsoft.com/office/drawing/2014/main" id="{3B01DA03-7490-2270-30FF-FBC74C5026AD}"/>
              </a:ext>
            </a:extLst>
          </p:cNvPr>
          <p:cNvSpPr/>
          <p:nvPr/>
        </p:nvSpPr>
        <p:spPr>
          <a:xfrm>
            <a:off x="7984150" y="7083031"/>
            <a:ext cx="35488" cy="22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cxnSp>
        <p:nvCxnSpPr>
          <p:cNvPr id="996" name="Straight Connector 129">
            <a:extLst>
              <a:ext uri="{FF2B5EF4-FFF2-40B4-BE49-F238E27FC236}">
                <a16:creationId xmlns:a16="http://schemas.microsoft.com/office/drawing/2014/main" id="{11CBA0CA-0674-D93B-3F3C-E44B41B93BD7}"/>
              </a:ext>
            </a:extLst>
          </p:cNvPr>
          <p:cNvCxnSpPr/>
          <p:nvPr/>
        </p:nvCxnSpPr>
        <p:spPr>
          <a:xfrm flipV="1">
            <a:off x="7891015" y="7143794"/>
            <a:ext cx="64106" cy="8863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481">
            <a:extLst>
              <a:ext uri="{FF2B5EF4-FFF2-40B4-BE49-F238E27FC236}">
                <a16:creationId xmlns:a16="http://schemas.microsoft.com/office/drawing/2014/main" id="{B7A79E94-BABF-AC2F-5455-F5E21792DFA9}"/>
              </a:ext>
            </a:extLst>
          </p:cNvPr>
          <p:cNvCxnSpPr/>
          <p:nvPr/>
        </p:nvCxnSpPr>
        <p:spPr>
          <a:xfrm>
            <a:off x="8142441" y="7069865"/>
            <a:ext cx="2505" cy="253104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8" name="Rectangle 485">
            <a:extLst>
              <a:ext uri="{FF2B5EF4-FFF2-40B4-BE49-F238E27FC236}">
                <a16:creationId xmlns:a16="http://schemas.microsoft.com/office/drawing/2014/main" id="{DC586290-CA56-7546-03A5-DED4CA26937F}"/>
              </a:ext>
            </a:extLst>
          </p:cNvPr>
          <p:cNvSpPr/>
          <p:nvPr/>
        </p:nvSpPr>
        <p:spPr>
          <a:xfrm>
            <a:off x="7731035" y="7338723"/>
            <a:ext cx="58642" cy="990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999" name="Rectangle 437">
            <a:extLst>
              <a:ext uri="{FF2B5EF4-FFF2-40B4-BE49-F238E27FC236}">
                <a16:creationId xmlns:a16="http://schemas.microsoft.com/office/drawing/2014/main" id="{BA0B02FC-59E4-2460-4E79-95DB0AF70114}"/>
              </a:ext>
            </a:extLst>
          </p:cNvPr>
          <p:cNvSpPr/>
          <p:nvPr/>
        </p:nvSpPr>
        <p:spPr>
          <a:xfrm>
            <a:off x="9321973" y="7047735"/>
            <a:ext cx="46676" cy="28939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000" name="Oval 438">
            <a:extLst>
              <a:ext uri="{FF2B5EF4-FFF2-40B4-BE49-F238E27FC236}">
                <a16:creationId xmlns:a16="http://schemas.microsoft.com/office/drawing/2014/main" id="{E6BA46C0-FFCD-D98D-9A51-BD49A48FC400}"/>
              </a:ext>
            </a:extLst>
          </p:cNvPr>
          <p:cNvSpPr/>
          <p:nvPr/>
        </p:nvSpPr>
        <p:spPr>
          <a:xfrm>
            <a:off x="9382414" y="7046605"/>
            <a:ext cx="37483" cy="292806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001" name="TextBox 612">
            <a:extLst>
              <a:ext uri="{FF2B5EF4-FFF2-40B4-BE49-F238E27FC236}">
                <a16:creationId xmlns:a16="http://schemas.microsoft.com/office/drawing/2014/main" id="{DA897162-5949-9986-8D92-1E1B755955EB}"/>
              </a:ext>
            </a:extLst>
          </p:cNvPr>
          <p:cNvSpPr txBox="1"/>
          <p:nvPr/>
        </p:nvSpPr>
        <p:spPr>
          <a:xfrm>
            <a:off x="12955826" y="8396290"/>
            <a:ext cx="758430" cy="543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7">
                <a:solidFill>
                  <a:srgbClr val="FF0000"/>
                </a:solidFill>
              </a:rPr>
              <a:t>140 MeV </a:t>
            </a:r>
          </a:p>
          <a:p>
            <a:pPr algn="ctr"/>
            <a:r>
              <a:rPr lang="en-GB" sz="977">
                <a:solidFill>
                  <a:srgbClr val="FF0000"/>
                </a:solidFill>
              </a:rPr>
              <a:t>Beam Dump</a:t>
            </a:r>
          </a:p>
        </p:txBody>
      </p:sp>
      <p:grpSp>
        <p:nvGrpSpPr>
          <p:cNvPr id="1002" name="Group 1085">
            <a:extLst>
              <a:ext uri="{FF2B5EF4-FFF2-40B4-BE49-F238E27FC236}">
                <a16:creationId xmlns:a16="http://schemas.microsoft.com/office/drawing/2014/main" id="{7EA325C3-729A-0C3A-834E-CD6ED0D9F0D2}"/>
              </a:ext>
            </a:extLst>
          </p:cNvPr>
          <p:cNvGrpSpPr/>
          <p:nvPr/>
        </p:nvGrpSpPr>
        <p:grpSpPr>
          <a:xfrm>
            <a:off x="8265191" y="6993108"/>
            <a:ext cx="172303" cy="394621"/>
            <a:chOff x="1907122" y="23373366"/>
            <a:chExt cx="211501" cy="484395"/>
          </a:xfrm>
        </p:grpSpPr>
        <p:sp>
          <p:nvSpPr>
            <p:cNvPr id="1003" name="Rectangle 377">
              <a:extLst>
                <a:ext uri="{FF2B5EF4-FFF2-40B4-BE49-F238E27FC236}">
                  <a16:creationId xmlns:a16="http://schemas.microsoft.com/office/drawing/2014/main" id="{9D6EEC51-604A-FCE9-5E5C-8AB877F3F01E}"/>
                </a:ext>
              </a:extLst>
            </p:cNvPr>
            <p:cNvSpPr/>
            <p:nvPr/>
          </p:nvSpPr>
          <p:spPr>
            <a:xfrm>
              <a:off x="1907122" y="23374247"/>
              <a:ext cx="74957" cy="48351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sp>
          <p:nvSpPr>
            <p:cNvPr id="1004" name="Rectangle 1084">
              <a:extLst>
                <a:ext uri="{FF2B5EF4-FFF2-40B4-BE49-F238E27FC236}">
                  <a16:creationId xmlns:a16="http://schemas.microsoft.com/office/drawing/2014/main" id="{D49B1A34-2475-F2C6-4CF7-C20E0297EC36}"/>
                </a:ext>
              </a:extLst>
            </p:cNvPr>
            <p:cNvSpPr/>
            <p:nvPr/>
          </p:nvSpPr>
          <p:spPr>
            <a:xfrm>
              <a:off x="2043666" y="23373366"/>
              <a:ext cx="74957" cy="48351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</p:grpSp>
      <p:grpSp>
        <p:nvGrpSpPr>
          <p:cNvPr id="1005" name="Group 1086">
            <a:extLst>
              <a:ext uri="{FF2B5EF4-FFF2-40B4-BE49-F238E27FC236}">
                <a16:creationId xmlns:a16="http://schemas.microsoft.com/office/drawing/2014/main" id="{81F944EB-FF41-3A4C-1C39-B721DC6C9602}"/>
              </a:ext>
            </a:extLst>
          </p:cNvPr>
          <p:cNvGrpSpPr/>
          <p:nvPr/>
        </p:nvGrpSpPr>
        <p:grpSpPr>
          <a:xfrm>
            <a:off x="9048876" y="7001721"/>
            <a:ext cx="172303" cy="394621"/>
            <a:chOff x="1907122" y="23373366"/>
            <a:chExt cx="211501" cy="484395"/>
          </a:xfrm>
        </p:grpSpPr>
        <p:sp>
          <p:nvSpPr>
            <p:cNvPr id="1006" name="Rectangle 1087">
              <a:extLst>
                <a:ext uri="{FF2B5EF4-FFF2-40B4-BE49-F238E27FC236}">
                  <a16:creationId xmlns:a16="http://schemas.microsoft.com/office/drawing/2014/main" id="{D9C81C11-28B5-2376-3C35-F08B8B7F6663}"/>
                </a:ext>
              </a:extLst>
            </p:cNvPr>
            <p:cNvSpPr/>
            <p:nvPr/>
          </p:nvSpPr>
          <p:spPr>
            <a:xfrm>
              <a:off x="1907122" y="23374247"/>
              <a:ext cx="74957" cy="48351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sp>
          <p:nvSpPr>
            <p:cNvPr id="1007" name="Rectangle 1088">
              <a:extLst>
                <a:ext uri="{FF2B5EF4-FFF2-40B4-BE49-F238E27FC236}">
                  <a16:creationId xmlns:a16="http://schemas.microsoft.com/office/drawing/2014/main" id="{C7353EFE-E592-1A36-56F1-03E8912A62BF}"/>
                </a:ext>
              </a:extLst>
            </p:cNvPr>
            <p:cNvSpPr/>
            <p:nvPr/>
          </p:nvSpPr>
          <p:spPr>
            <a:xfrm>
              <a:off x="2043666" y="23373366"/>
              <a:ext cx="74957" cy="48351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</p:grpSp>
      <p:grpSp>
        <p:nvGrpSpPr>
          <p:cNvPr id="1008" name="Group 1089">
            <a:extLst>
              <a:ext uri="{FF2B5EF4-FFF2-40B4-BE49-F238E27FC236}">
                <a16:creationId xmlns:a16="http://schemas.microsoft.com/office/drawing/2014/main" id="{D4AF8869-3622-6510-06C1-90F094C0C7E2}"/>
              </a:ext>
            </a:extLst>
          </p:cNvPr>
          <p:cNvGrpSpPr/>
          <p:nvPr/>
        </p:nvGrpSpPr>
        <p:grpSpPr>
          <a:xfrm>
            <a:off x="10243973" y="7001721"/>
            <a:ext cx="172303" cy="394621"/>
            <a:chOff x="1907122" y="23373366"/>
            <a:chExt cx="211501" cy="484395"/>
          </a:xfrm>
        </p:grpSpPr>
        <p:sp>
          <p:nvSpPr>
            <p:cNvPr id="1009" name="Rectangle 1090">
              <a:extLst>
                <a:ext uri="{FF2B5EF4-FFF2-40B4-BE49-F238E27FC236}">
                  <a16:creationId xmlns:a16="http://schemas.microsoft.com/office/drawing/2014/main" id="{C18782A0-D723-9007-B628-A80DA7829B82}"/>
                </a:ext>
              </a:extLst>
            </p:cNvPr>
            <p:cNvSpPr/>
            <p:nvPr/>
          </p:nvSpPr>
          <p:spPr>
            <a:xfrm>
              <a:off x="1907122" y="23374247"/>
              <a:ext cx="74957" cy="48351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sp>
          <p:nvSpPr>
            <p:cNvPr id="1010" name="Rectangle 1091">
              <a:extLst>
                <a:ext uri="{FF2B5EF4-FFF2-40B4-BE49-F238E27FC236}">
                  <a16:creationId xmlns:a16="http://schemas.microsoft.com/office/drawing/2014/main" id="{D6E401E4-F689-81DD-A72D-E3BDB4AB701C}"/>
                </a:ext>
              </a:extLst>
            </p:cNvPr>
            <p:cNvSpPr/>
            <p:nvPr/>
          </p:nvSpPr>
          <p:spPr>
            <a:xfrm>
              <a:off x="2043666" y="23373366"/>
              <a:ext cx="74957" cy="48351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</p:grpSp>
      <p:grpSp>
        <p:nvGrpSpPr>
          <p:cNvPr id="1011" name="Group 578">
            <a:extLst>
              <a:ext uri="{FF2B5EF4-FFF2-40B4-BE49-F238E27FC236}">
                <a16:creationId xmlns:a16="http://schemas.microsoft.com/office/drawing/2014/main" id="{122EC95C-2C70-8920-5FB7-5AE53D3ADDA5}"/>
              </a:ext>
            </a:extLst>
          </p:cNvPr>
          <p:cNvGrpSpPr/>
          <p:nvPr/>
        </p:nvGrpSpPr>
        <p:grpSpPr>
          <a:xfrm>
            <a:off x="9471830" y="6993921"/>
            <a:ext cx="172303" cy="394621"/>
            <a:chOff x="1907122" y="23373366"/>
            <a:chExt cx="211501" cy="484395"/>
          </a:xfrm>
        </p:grpSpPr>
        <p:sp>
          <p:nvSpPr>
            <p:cNvPr id="1012" name="Rectangle 580">
              <a:extLst>
                <a:ext uri="{FF2B5EF4-FFF2-40B4-BE49-F238E27FC236}">
                  <a16:creationId xmlns:a16="http://schemas.microsoft.com/office/drawing/2014/main" id="{BB698B7E-6062-795A-488A-C2C97528B109}"/>
                </a:ext>
              </a:extLst>
            </p:cNvPr>
            <p:cNvSpPr/>
            <p:nvPr/>
          </p:nvSpPr>
          <p:spPr>
            <a:xfrm>
              <a:off x="1907122" y="23374247"/>
              <a:ext cx="74957" cy="48351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sp>
          <p:nvSpPr>
            <p:cNvPr id="1013" name="Rectangle 646">
              <a:extLst>
                <a:ext uri="{FF2B5EF4-FFF2-40B4-BE49-F238E27FC236}">
                  <a16:creationId xmlns:a16="http://schemas.microsoft.com/office/drawing/2014/main" id="{B8F218B0-0FD7-DCED-CE5D-EFA59FF1184D}"/>
                </a:ext>
              </a:extLst>
            </p:cNvPr>
            <p:cNvSpPr/>
            <p:nvPr/>
          </p:nvSpPr>
          <p:spPr>
            <a:xfrm>
              <a:off x="2043666" y="23373366"/>
              <a:ext cx="74957" cy="48351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</p:grpSp>
      <p:cxnSp>
        <p:nvCxnSpPr>
          <p:cNvPr id="1014" name="Straight Connector 108">
            <a:extLst>
              <a:ext uri="{FF2B5EF4-FFF2-40B4-BE49-F238E27FC236}">
                <a16:creationId xmlns:a16="http://schemas.microsoft.com/office/drawing/2014/main" id="{18C9B875-7E00-B822-6263-A7AFB339EFFE}"/>
              </a:ext>
            </a:extLst>
          </p:cNvPr>
          <p:cNvCxnSpPr/>
          <p:nvPr/>
        </p:nvCxnSpPr>
        <p:spPr>
          <a:xfrm>
            <a:off x="12115956" y="7195270"/>
            <a:ext cx="596548" cy="87471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6" name="TextBox 519">
            <a:extLst>
              <a:ext uri="{FF2B5EF4-FFF2-40B4-BE49-F238E27FC236}">
                <a16:creationId xmlns:a16="http://schemas.microsoft.com/office/drawing/2014/main" id="{5BED6763-54A1-A391-C188-82967DBF4663}"/>
              </a:ext>
            </a:extLst>
          </p:cNvPr>
          <p:cNvSpPr txBox="1"/>
          <p:nvPr/>
        </p:nvSpPr>
        <p:spPr>
          <a:xfrm>
            <a:off x="7069970" y="7989364"/>
            <a:ext cx="1341136" cy="3430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629" err="1"/>
              <a:t>Photoinjector</a:t>
            </a:r>
            <a:endParaRPr lang="en-GB" sz="1629"/>
          </a:p>
        </p:txBody>
      </p:sp>
      <p:cxnSp>
        <p:nvCxnSpPr>
          <p:cNvPr id="1017" name="Straight Connector 7">
            <a:extLst>
              <a:ext uri="{FF2B5EF4-FFF2-40B4-BE49-F238E27FC236}">
                <a16:creationId xmlns:a16="http://schemas.microsoft.com/office/drawing/2014/main" id="{F2D1B391-F945-4006-0C40-D4B983B31745}"/>
              </a:ext>
            </a:extLst>
          </p:cNvPr>
          <p:cNvCxnSpPr/>
          <p:nvPr/>
        </p:nvCxnSpPr>
        <p:spPr>
          <a:xfrm flipV="1">
            <a:off x="10559462" y="5814148"/>
            <a:ext cx="0" cy="994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TextBox 591">
            <a:extLst>
              <a:ext uri="{FF2B5EF4-FFF2-40B4-BE49-F238E27FC236}">
                <a16:creationId xmlns:a16="http://schemas.microsoft.com/office/drawing/2014/main" id="{F48CB20A-1FFD-06DE-0C63-A2AD53DE4965}"/>
              </a:ext>
            </a:extLst>
          </p:cNvPr>
          <p:cNvSpPr txBox="1"/>
          <p:nvPr/>
        </p:nvSpPr>
        <p:spPr>
          <a:xfrm>
            <a:off x="10238301" y="5576850"/>
            <a:ext cx="646331" cy="267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41"/>
              <a:t>60 MeV</a:t>
            </a:r>
          </a:p>
        </p:txBody>
      </p:sp>
      <p:sp>
        <p:nvSpPr>
          <p:cNvPr id="1019" name="TextBox 566">
            <a:extLst>
              <a:ext uri="{FF2B5EF4-FFF2-40B4-BE49-F238E27FC236}">
                <a16:creationId xmlns:a16="http://schemas.microsoft.com/office/drawing/2014/main" id="{5AA26E96-B15D-FBBD-11A7-E45144E1BE28}"/>
              </a:ext>
            </a:extLst>
          </p:cNvPr>
          <p:cNvSpPr txBox="1"/>
          <p:nvPr/>
        </p:nvSpPr>
        <p:spPr>
          <a:xfrm rot="16200000">
            <a:off x="8348840" y="6236355"/>
            <a:ext cx="97141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LEL-MAG-SOL02</a:t>
            </a:r>
          </a:p>
        </p:txBody>
      </p:sp>
      <p:sp>
        <p:nvSpPr>
          <p:cNvPr id="1020" name="Rectangle 627">
            <a:extLst>
              <a:ext uri="{FF2B5EF4-FFF2-40B4-BE49-F238E27FC236}">
                <a16:creationId xmlns:a16="http://schemas.microsoft.com/office/drawing/2014/main" id="{9EF6DEDE-E08C-662F-B9CE-2CE2DBABAEC1}"/>
              </a:ext>
            </a:extLst>
          </p:cNvPr>
          <p:cNvSpPr/>
          <p:nvPr/>
        </p:nvSpPr>
        <p:spPr>
          <a:xfrm>
            <a:off x="10450114" y="7055680"/>
            <a:ext cx="46676" cy="289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grpSp>
        <p:nvGrpSpPr>
          <p:cNvPr id="1021" name="Group 3">
            <a:extLst>
              <a:ext uri="{FF2B5EF4-FFF2-40B4-BE49-F238E27FC236}">
                <a16:creationId xmlns:a16="http://schemas.microsoft.com/office/drawing/2014/main" id="{7F63B307-647A-3B97-9C93-05B89FE7B8CC}"/>
              </a:ext>
            </a:extLst>
          </p:cNvPr>
          <p:cNvGrpSpPr/>
          <p:nvPr/>
        </p:nvGrpSpPr>
        <p:grpSpPr>
          <a:xfrm>
            <a:off x="8231817" y="7413002"/>
            <a:ext cx="1032896" cy="86002"/>
            <a:chOff x="1888462" y="23886075"/>
            <a:chExt cx="1267875" cy="105568"/>
          </a:xfrm>
        </p:grpSpPr>
        <p:sp>
          <p:nvSpPr>
            <p:cNvPr id="1022" name="Rectangle 718">
              <a:extLst>
                <a:ext uri="{FF2B5EF4-FFF2-40B4-BE49-F238E27FC236}">
                  <a16:creationId xmlns:a16="http://schemas.microsoft.com/office/drawing/2014/main" id="{00A18579-BB9C-03E2-8C5D-A0A943126822}"/>
                </a:ext>
              </a:extLst>
            </p:cNvPr>
            <p:cNvSpPr/>
            <p:nvPr/>
          </p:nvSpPr>
          <p:spPr>
            <a:xfrm>
              <a:off x="1888462" y="23915260"/>
              <a:ext cx="1267875" cy="457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cxnSp>
          <p:nvCxnSpPr>
            <p:cNvPr id="1023" name="Straight Connector 720">
              <a:extLst>
                <a:ext uri="{FF2B5EF4-FFF2-40B4-BE49-F238E27FC236}">
                  <a16:creationId xmlns:a16="http://schemas.microsoft.com/office/drawing/2014/main" id="{19A3DA14-6562-5FC2-B7F3-975360CC2EB4}"/>
                </a:ext>
              </a:extLst>
            </p:cNvPr>
            <p:cNvCxnSpPr/>
            <p:nvPr/>
          </p:nvCxnSpPr>
          <p:spPr>
            <a:xfrm flipV="1">
              <a:off x="1996442" y="23886075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723">
              <a:extLst>
                <a:ext uri="{FF2B5EF4-FFF2-40B4-BE49-F238E27FC236}">
                  <a16:creationId xmlns:a16="http://schemas.microsoft.com/office/drawing/2014/main" id="{A66286F3-E190-F980-F652-2F600EAEA974}"/>
                </a:ext>
              </a:extLst>
            </p:cNvPr>
            <p:cNvCxnSpPr/>
            <p:nvPr/>
          </p:nvCxnSpPr>
          <p:spPr>
            <a:xfrm flipV="1">
              <a:off x="2105292" y="23902743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724">
              <a:extLst>
                <a:ext uri="{FF2B5EF4-FFF2-40B4-BE49-F238E27FC236}">
                  <a16:creationId xmlns:a16="http://schemas.microsoft.com/office/drawing/2014/main" id="{ACB0E45E-DDFB-7F3E-9134-3B347D320A1D}"/>
                </a:ext>
              </a:extLst>
            </p:cNvPr>
            <p:cNvCxnSpPr/>
            <p:nvPr/>
          </p:nvCxnSpPr>
          <p:spPr>
            <a:xfrm flipV="1">
              <a:off x="2208730" y="23897981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Connector 725">
              <a:extLst>
                <a:ext uri="{FF2B5EF4-FFF2-40B4-BE49-F238E27FC236}">
                  <a16:creationId xmlns:a16="http://schemas.microsoft.com/office/drawing/2014/main" id="{60D1D915-2926-3E19-8CCA-FF2DA9A8ADBE}"/>
                </a:ext>
              </a:extLst>
            </p:cNvPr>
            <p:cNvCxnSpPr/>
            <p:nvPr/>
          </p:nvCxnSpPr>
          <p:spPr>
            <a:xfrm flipV="1">
              <a:off x="2525165" y="23889636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748">
              <a:extLst>
                <a:ext uri="{FF2B5EF4-FFF2-40B4-BE49-F238E27FC236}">
                  <a16:creationId xmlns:a16="http://schemas.microsoft.com/office/drawing/2014/main" id="{1EEB5A75-1220-63CD-3760-D5C74224874B}"/>
                </a:ext>
              </a:extLst>
            </p:cNvPr>
            <p:cNvCxnSpPr/>
            <p:nvPr/>
          </p:nvCxnSpPr>
          <p:spPr>
            <a:xfrm flipV="1">
              <a:off x="2411131" y="23889636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749">
              <a:extLst>
                <a:ext uri="{FF2B5EF4-FFF2-40B4-BE49-F238E27FC236}">
                  <a16:creationId xmlns:a16="http://schemas.microsoft.com/office/drawing/2014/main" id="{8D9931E9-EAFB-5305-939B-BF32506D755F}"/>
                </a:ext>
              </a:extLst>
            </p:cNvPr>
            <p:cNvCxnSpPr/>
            <p:nvPr/>
          </p:nvCxnSpPr>
          <p:spPr>
            <a:xfrm flipV="1">
              <a:off x="2308911" y="23893669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786">
              <a:extLst>
                <a:ext uri="{FF2B5EF4-FFF2-40B4-BE49-F238E27FC236}">
                  <a16:creationId xmlns:a16="http://schemas.microsoft.com/office/drawing/2014/main" id="{85AB6087-7264-45F9-7572-D9A920478C81}"/>
                </a:ext>
              </a:extLst>
            </p:cNvPr>
            <p:cNvCxnSpPr/>
            <p:nvPr/>
          </p:nvCxnSpPr>
          <p:spPr>
            <a:xfrm flipV="1">
              <a:off x="2638484" y="23892174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788">
              <a:extLst>
                <a:ext uri="{FF2B5EF4-FFF2-40B4-BE49-F238E27FC236}">
                  <a16:creationId xmlns:a16="http://schemas.microsoft.com/office/drawing/2014/main" id="{1753F796-812A-8FA3-7CE8-88630EBEB1BE}"/>
                </a:ext>
              </a:extLst>
            </p:cNvPr>
            <p:cNvCxnSpPr/>
            <p:nvPr/>
          </p:nvCxnSpPr>
          <p:spPr>
            <a:xfrm flipV="1">
              <a:off x="2744953" y="23892175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789">
              <a:extLst>
                <a:ext uri="{FF2B5EF4-FFF2-40B4-BE49-F238E27FC236}">
                  <a16:creationId xmlns:a16="http://schemas.microsoft.com/office/drawing/2014/main" id="{3E85DFEA-8AAF-01CA-944E-9388F67EF1B8}"/>
                </a:ext>
              </a:extLst>
            </p:cNvPr>
            <p:cNvCxnSpPr/>
            <p:nvPr/>
          </p:nvCxnSpPr>
          <p:spPr>
            <a:xfrm flipV="1">
              <a:off x="2848391" y="23887413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793">
              <a:extLst>
                <a:ext uri="{FF2B5EF4-FFF2-40B4-BE49-F238E27FC236}">
                  <a16:creationId xmlns:a16="http://schemas.microsoft.com/office/drawing/2014/main" id="{FB4DA35F-96CF-AAA6-1F19-A838DA820305}"/>
                </a:ext>
              </a:extLst>
            </p:cNvPr>
            <p:cNvCxnSpPr/>
            <p:nvPr/>
          </p:nvCxnSpPr>
          <p:spPr>
            <a:xfrm flipV="1">
              <a:off x="3053173" y="23890973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796">
              <a:extLst>
                <a:ext uri="{FF2B5EF4-FFF2-40B4-BE49-F238E27FC236}">
                  <a16:creationId xmlns:a16="http://schemas.microsoft.com/office/drawing/2014/main" id="{13201E83-C90B-C9C5-080D-602E2528746C}"/>
                </a:ext>
              </a:extLst>
            </p:cNvPr>
            <p:cNvCxnSpPr/>
            <p:nvPr/>
          </p:nvCxnSpPr>
          <p:spPr>
            <a:xfrm flipV="1">
              <a:off x="2948572" y="23895006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4" name="Group 799">
            <a:extLst>
              <a:ext uri="{FF2B5EF4-FFF2-40B4-BE49-F238E27FC236}">
                <a16:creationId xmlns:a16="http://schemas.microsoft.com/office/drawing/2014/main" id="{8F37FD7C-FBAF-71CB-D984-2DBD089299B0}"/>
              </a:ext>
            </a:extLst>
          </p:cNvPr>
          <p:cNvGrpSpPr/>
          <p:nvPr/>
        </p:nvGrpSpPr>
        <p:grpSpPr>
          <a:xfrm>
            <a:off x="8244423" y="6888999"/>
            <a:ext cx="1032896" cy="84912"/>
            <a:chOff x="1888462" y="23887413"/>
            <a:chExt cx="1267875" cy="104230"/>
          </a:xfrm>
        </p:grpSpPr>
        <p:sp>
          <p:nvSpPr>
            <p:cNvPr id="1035" name="Rectangle 800">
              <a:extLst>
                <a:ext uri="{FF2B5EF4-FFF2-40B4-BE49-F238E27FC236}">
                  <a16:creationId xmlns:a16="http://schemas.microsoft.com/office/drawing/2014/main" id="{8F8B3555-76D8-5C8B-D66A-9F7A990DCA30}"/>
                </a:ext>
              </a:extLst>
            </p:cNvPr>
            <p:cNvSpPr/>
            <p:nvPr/>
          </p:nvSpPr>
          <p:spPr>
            <a:xfrm>
              <a:off x="1888462" y="23915260"/>
              <a:ext cx="1267875" cy="457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cxnSp>
          <p:nvCxnSpPr>
            <p:cNvPr id="1037" name="Straight Connector 802">
              <a:extLst>
                <a:ext uri="{FF2B5EF4-FFF2-40B4-BE49-F238E27FC236}">
                  <a16:creationId xmlns:a16="http://schemas.microsoft.com/office/drawing/2014/main" id="{C5F0E1DB-385C-0EFB-9A67-DC4A9E3A6B4C}"/>
                </a:ext>
              </a:extLst>
            </p:cNvPr>
            <p:cNvCxnSpPr/>
            <p:nvPr/>
          </p:nvCxnSpPr>
          <p:spPr>
            <a:xfrm flipV="1">
              <a:off x="2105292" y="23902743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804">
              <a:extLst>
                <a:ext uri="{FF2B5EF4-FFF2-40B4-BE49-F238E27FC236}">
                  <a16:creationId xmlns:a16="http://schemas.microsoft.com/office/drawing/2014/main" id="{E27E7554-059A-A5B1-E5D5-90689BB32437}"/>
                </a:ext>
              </a:extLst>
            </p:cNvPr>
            <p:cNvCxnSpPr/>
            <p:nvPr/>
          </p:nvCxnSpPr>
          <p:spPr>
            <a:xfrm flipV="1">
              <a:off x="2208730" y="23897981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805">
              <a:extLst>
                <a:ext uri="{FF2B5EF4-FFF2-40B4-BE49-F238E27FC236}">
                  <a16:creationId xmlns:a16="http://schemas.microsoft.com/office/drawing/2014/main" id="{D0CDE379-E96D-7D1F-8B8C-AD3E610014ED}"/>
                </a:ext>
              </a:extLst>
            </p:cNvPr>
            <p:cNvCxnSpPr/>
            <p:nvPr/>
          </p:nvCxnSpPr>
          <p:spPr>
            <a:xfrm flipV="1">
              <a:off x="2525165" y="23889636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806">
              <a:extLst>
                <a:ext uri="{FF2B5EF4-FFF2-40B4-BE49-F238E27FC236}">
                  <a16:creationId xmlns:a16="http://schemas.microsoft.com/office/drawing/2014/main" id="{66BA86C3-6D43-BEB2-90B0-3D9AFAFBA092}"/>
                </a:ext>
              </a:extLst>
            </p:cNvPr>
            <p:cNvCxnSpPr/>
            <p:nvPr/>
          </p:nvCxnSpPr>
          <p:spPr>
            <a:xfrm flipV="1">
              <a:off x="2411131" y="23889636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807">
              <a:extLst>
                <a:ext uri="{FF2B5EF4-FFF2-40B4-BE49-F238E27FC236}">
                  <a16:creationId xmlns:a16="http://schemas.microsoft.com/office/drawing/2014/main" id="{5555DF8D-A158-A60F-E609-348A31170E0F}"/>
                </a:ext>
              </a:extLst>
            </p:cNvPr>
            <p:cNvCxnSpPr/>
            <p:nvPr/>
          </p:nvCxnSpPr>
          <p:spPr>
            <a:xfrm flipV="1">
              <a:off x="2308911" y="23893669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808">
              <a:extLst>
                <a:ext uri="{FF2B5EF4-FFF2-40B4-BE49-F238E27FC236}">
                  <a16:creationId xmlns:a16="http://schemas.microsoft.com/office/drawing/2014/main" id="{4EB13879-AE9A-C7C6-C5A9-D41849B0DBBD}"/>
                </a:ext>
              </a:extLst>
            </p:cNvPr>
            <p:cNvCxnSpPr/>
            <p:nvPr/>
          </p:nvCxnSpPr>
          <p:spPr>
            <a:xfrm flipV="1">
              <a:off x="2638484" y="23892174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809">
              <a:extLst>
                <a:ext uri="{FF2B5EF4-FFF2-40B4-BE49-F238E27FC236}">
                  <a16:creationId xmlns:a16="http://schemas.microsoft.com/office/drawing/2014/main" id="{229F44AA-C867-33B1-B2C2-DC580691887B}"/>
                </a:ext>
              </a:extLst>
            </p:cNvPr>
            <p:cNvCxnSpPr/>
            <p:nvPr/>
          </p:nvCxnSpPr>
          <p:spPr>
            <a:xfrm flipV="1">
              <a:off x="2744953" y="23892175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810">
              <a:extLst>
                <a:ext uri="{FF2B5EF4-FFF2-40B4-BE49-F238E27FC236}">
                  <a16:creationId xmlns:a16="http://schemas.microsoft.com/office/drawing/2014/main" id="{5BD2129C-63F1-CC2F-28A2-BC1A53E41908}"/>
                </a:ext>
              </a:extLst>
            </p:cNvPr>
            <p:cNvCxnSpPr/>
            <p:nvPr/>
          </p:nvCxnSpPr>
          <p:spPr>
            <a:xfrm flipV="1">
              <a:off x="2848391" y="23887413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811">
              <a:extLst>
                <a:ext uri="{FF2B5EF4-FFF2-40B4-BE49-F238E27FC236}">
                  <a16:creationId xmlns:a16="http://schemas.microsoft.com/office/drawing/2014/main" id="{81B5B771-C0AE-1E8E-E99D-8AAB6F8DF7F2}"/>
                </a:ext>
              </a:extLst>
            </p:cNvPr>
            <p:cNvCxnSpPr/>
            <p:nvPr/>
          </p:nvCxnSpPr>
          <p:spPr>
            <a:xfrm flipV="1">
              <a:off x="3053173" y="23890973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812">
              <a:extLst>
                <a:ext uri="{FF2B5EF4-FFF2-40B4-BE49-F238E27FC236}">
                  <a16:creationId xmlns:a16="http://schemas.microsoft.com/office/drawing/2014/main" id="{FF5762DD-C8B7-BA7D-ECD2-E8EB18F0B812}"/>
                </a:ext>
              </a:extLst>
            </p:cNvPr>
            <p:cNvCxnSpPr/>
            <p:nvPr/>
          </p:nvCxnSpPr>
          <p:spPr>
            <a:xfrm flipV="1">
              <a:off x="2948572" y="23895006"/>
              <a:ext cx="0" cy="889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7" name="Straight Connector 573">
            <a:extLst>
              <a:ext uri="{FF2B5EF4-FFF2-40B4-BE49-F238E27FC236}">
                <a16:creationId xmlns:a16="http://schemas.microsoft.com/office/drawing/2014/main" id="{D71985B0-3C42-EC26-A377-46432E30DBED}"/>
              </a:ext>
            </a:extLst>
          </p:cNvPr>
          <p:cNvCxnSpPr>
            <a:cxnSpLocks/>
          </p:cNvCxnSpPr>
          <p:nvPr/>
        </p:nvCxnSpPr>
        <p:spPr>
          <a:xfrm>
            <a:off x="5835303" y="6130970"/>
            <a:ext cx="1894402" cy="838026"/>
          </a:xfrm>
          <a:prstGeom prst="line">
            <a:avLst/>
          </a:prstGeom>
          <a:ln w="12700">
            <a:solidFill>
              <a:srgbClr val="002D56"/>
            </a:solidFill>
            <a:prstDash val="lg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TextBox 779">
            <a:extLst>
              <a:ext uri="{FF2B5EF4-FFF2-40B4-BE49-F238E27FC236}">
                <a16:creationId xmlns:a16="http://schemas.microsoft.com/office/drawing/2014/main" id="{BFC84950-A67D-567D-3C78-14A148586662}"/>
              </a:ext>
            </a:extLst>
          </p:cNvPr>
          <p:cNvSpPr txBox="1"/>
          <p:nvPr/>
        </p:nvSpPr>
        <p:spPr>
          <a:xfrm rot="16200000">
            <a:off x="11761449" y="6061906"/>
            <a:ext cx="737702" cy="192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52"/>
              <a:t>LEL-MAG-DIP01 </a:t>
            </a:r>
          </a:p>
        </p:txBody>
      </p:sp>
      <p:sp>
        <p:nvSpPr>
          <p:cNvPr id="1049" name="TextBox 858">
            <a:extLst>
              <a:ext uri="{FF2B5EF4-FFF2-40B4-BE49-F238E27FC236}">
                <a16:creationId xmlns:a16="http://schemas.microsoft.com/office/drawing/2014/main" id="{20CAAD6C-008B-B239-845E-F4950E9A82E4}"/>
              </a:ext>
            </a:extLst>
          </p:cNvPr>
          <p:cNvSpPr txBox="1"/>
          <p:nvPr/>
        </p:nvSpPr>
        <p:spPr>
          <a:xfrm rot="16200000">
            <a:off x="8629487" y="6270434"/>
            <a:ext cx="91270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LEL-MAG-HCOR03</a:t>
            </a:r>
          </a:p>
        </p:txBody>
      </p:sp>
      <p:sp>
        <p:nvSpPr>
          <p:cNvPr id="1050" name="TextBox 859">
            <a:extLst>
              <a:ext uri="{FF2B5EF4-FFF2-40B4-BE49-F238E27FC236}">
                <a16:creationId xmlns:a16="http://schemas.microsoft.com/office/drawing/2014/main" id="{7EFC717E-E37A-8BCD-5B20-978F66281877}"/>
              </a:ext>
            </a:extLst>
          </p:cNvPr>
          <p:cNvSpPr txBox="1"/>
          <p:nvPr/>
        </p:nvSpPr>
        <p:spPr>
          <a:xfrm rot="16200000">
            <a:off x="8707626" y="6248781"/>
            <a:ext cx="947564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LEL-MAG-VCOR03</a:t>
            </a:r>
          </a:p>
        </p:txBody>
      </p:sp>
      <p:sp>
        <p:nvSpPr>
          <p:cNvPr id="1051" name="TextBox 860">
            <a:extLst>
              <a:ext uri="{FF2B5EF4-FFF2-40B4-BE49-F238E27FC236}">
                <a16:creationId xmlns:a16="http://schemas.microsoft.com/office/drawing/2014/main" id="{58E3C885-27C5-67C6-EF4D-C436A5CD9B7F}"/>
              </a:ext>
            </a:extLst>
          </p:cNvPr>
          <p:cNvSpPr txBox="1"/>
          <p:nvPr/>
        </p:nvSpPr>
        <p:spPr>
          <a:xfrm rot="16200000">
            <a:off x="9611230" y="6355200"/>
            <a:ext cx="651140" cy="192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52"/>
              <a:t>LEL-RF-ACC02</a:t>
            </a:r>
          </a:p>
        </p:txBody>
      </p:sp>
      <p:sp>
        <p:nvSpPr>
          <p:cNvPr id="1052" name="TextBox 861">
            <a:extLst>
              <a:ext uri="{FF2B5EF4-FFF2-40B4-BE49-F238E27FC236}">
                <a16:creationId xmlns:a16="http://schemas.microsoft.com/office/drawing/2014/main" id="{A88ABCD5-D8FD-9762-C349-A22D1A453B02}"/>
              </a:ext>
            </a:extLst>
          </p:cNvPr>
          <p:cNvSpPr txBox="1"/>
          <p:nvPr/>
        </p:nvSpPr>
        <p:spPr>
          <a:xfrm rot="16200000">
            <a:off x="9020864" y="6269946"/>
            <a:ext cx="91270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LEL-MAG-HCOR04</a:t>
            </a:r>
          </a:p>
        </p:txBody>
      </p:sp>
      <p:sp>
        <p:nvSpPr>
          <p:cNvPr id="1053" name="TextBox 862">
            <a:extLst>
              <a:ext uri="{FF2B5EF4-FFF2-40B4-BE49-F238E27FC236}">
                <a16:creationId xmlns:a16="http://schemas.microsoft.com/office/drawing/2014/main" id="{33227270-5F30-F10B-F5A2-9B2AF6DA0223}"/>
              </a:ext>
            </a:extLst>
          </p:cNvPr>
          <p:cNvSpPr txBox="1"/>
          <p:nvPr/>
        </p:nvSpPr>
        <p:spPr>
          <a:xfrm rot="16200000">
            <a:off x="9099002" y="6248292"/>
            <a:ext cx="947564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LEL-MAG-VCOR04</a:t>
            </a:r>
          </a:p>
        </p:txBody>
      </p:sp>
      <p:sp>
        <p:nvSpPr>
          <p:cNvPr id="1054" name="TextBox 864">
            <a:extLst>
              <a:ext uri="{FF2B5EF4-FFF2-40B4-BE49-F238E27FC236}">
                <a16:creationId xmlns:a16="http://schemas.microsoft.com/office/drawing/2014/main" id="{97AB0D9E-93D5-C7E7-28EE-09F3A337EE5C}"/>
              </a:ext>
            </a:extLst>
          </p:cNvPr>
          <p:cNvSpPr txBox="1"/>
          <p:nvPr/>
        </p:nvSpPr>
        <p:spPr>
          <a:xfrm rot="16200000">
            <a:off x="9817813" y="6273780"/>
            <a:ext cx="91270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LEL-MAG-HCOR05</a:t>
            </a:r>
          </a:p>
        </p:txBody>
      </p:sp>
      <p:sp>
        <p:nvSpPr>
          <p:cNvPr id="1055" name="TextBox 865">
            <a:extLst>
              <a:ext uri="{FF2B5EF4-FFF2-40B4-BE49-F238E27FC236}">
                <a16:creationId xmlns:a16="http://schemas.microsoft.com/office/drawing/2014/main" id="{5D62C6A5-5EBC-D8FC-C04B-274C6C95C794}"/>
              </a:ext>
            </a:extLst>
          </p:cNvPr>
          <p:cNvSpPr txBox="1"/>
          <p:nvPr/>
        </p:nvSpPr>
        <p:spPr>
          <a:xfrm rot="16200000">
            <a:off x="9912630" y="6255497"/>
            <a:ext cx="947564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LEL-MAG-VCOR05</a:t>
            </a:r>
          </a:p>
        </p:txBody>
      </p:sp>
      <p:sp>
        <p:nvSpPr>
          <p:cNvPr id="1056" name="TextBox 866">
            <a:extLst>
              <a:ext uri="{FF2B5EF4-FFF2-40B4-BE49-F238E27FC236}">
                <a16:creationId xmlns:a16="http://schemas.microsoft.com/office/drawing/2014/main" id="{ADB9A492-D31C-84AB-A6E3-EB87A8D94CDB}"/>
              </a:ext>
            </a:extLst>
          </p:cNvPr>
          <p:cNvSpPr txBox="1"/>
          <p:nvPr/>
        </p:nvSpPr>
        <p:spPr>
          <a:xfrm rot="16200000">
            <a:off x="10653325" y="6358695"/>
            <a:ext cx="651140" cy="192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52"/>
              <a:t>LEL-RF-ACC03</a:t>
            </a:r>
          </a:p>
        </p:txBody>
      </p:sp>
      <p:sp>
        <p:nvSpPr>
          <p:cNvPr id="1057" name="TextBox 893">
            <a:extLst>
              <a:ext uri="{FF2B5EF4-FFF2-40B4-BE49-F238E27FC236}">
                <a16:creationId xmlns:a16="http://schemas.microsoft.com/office/drawing/2014/main" id="{7F757797-D899-EBD8-4477-182BCD2BCB39}"/>
              </a:ext>
            </a:extLst>
          </p:cNvPr>
          <p:cNvSpPr txBox="1"/>
          <p:nvPr/>
        </p:nvSpPr>
        <p:spPr>
          <a:xfrm rot="16200000">
            <a:off x="8816395" y="8030914"/>
            <a:ext cx="1028382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LEL-DIA-SCN02</a:t>
            </a:r>
          </a:p>
        </p:txBody>
      </p:sp>
      <p:sp>
        <p:nvSpPr>
          <p:cNvPr id="1058" name="TextBox 899">
            <a:extLst>
              <a:ext uri="{FF2B5EF4-FFF2-40B4-BE49-F238E27FC236}">
                <a16:creationId xmlns:a16="http://schemas.microsoft.com/office/drawing/2014/main" id="{90B0F4B3-C4B1-3D2A-31AE-545FF35AF0DB}"/>
              </a:ext>
            </a:extLst>
          </p:cNvPr>
          <p:cNvSpPr txBox="1"/>
          <p:nvPr/>
        </p:nvSpPr>
        <p:spPr>
          <a:xfrm rot="16200000">
            <a:off x="8957600" y="6301233"/>
            <a:ext cx="85631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LEL-DIA-BPM02</a:t>
            </a:r>
          </a:p>
        </p:txBody>
      </p:sp>
      <p:cxnSp>
        <p:nvCxnSpPr>
          <p:cNvPr id="1059" name="Straight Connector 902">
            <a:extLst>
              <a:ext uri="{FF2B5EF4-FFF2-40B4-BE49-F238E27FC236}">
                <a16:creationId xmlns:a16="http://schemas.microsoft.com/office/drawing/2014/main" id="{5FEC5429-D70D-02FE-7F96-6FC70537D86C}"/>
              </a:ext>
            </a:extLst>
          </p:cNvPr>
          <p:cNvCxnSpPr/>
          <p:nvPr/>
        </p:nvCxnSpPr>
        <p:spPr>
          <a:xfrm>
            <a:off x="7862375" y="7073563"/>
            <a:ext cx="2505" cy="253104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TextBox 906">
            <a:extLst>
              <a:ext uri="{FF2B5EF4-FFF2-40B4-BE49-F238E27FC236}">
                <a16:creationId xmlns:a16="http://schemas.microsoft.com/office/drawing/2014/main" id="{3783D019-0A7E-941D-33D1-26E4B578EE1B}"/>
              </a:ext>
            </a:extLst>
          </p:cNvPr>
          <p:cNvSpPr txBox="1"/>
          <p:nvPr/>
        </p:nvSpPr>
        <p:spPr>
          <a:xfrm rot="16200000">
            <a:off x="10305621" y="7914883"/>
            <a:ext cx="78619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LEL-DIA-SCN03</a:t>
            </a:r>
          </a:p>
        </p:txBody>
      </p:sp>
      <p:sp>
        <p:nvSpPr>
          <p:cNvPr id="1061" name="TextBox 908">
            <a:extLst>
              <a:ext uri="{FF2B5EF4-FFF2-40B4-BE49-F238E27FC236}">
                <a16:creationId xmlns:a16="http://schemas.microsoft.com/office/drawing/2014/main" id="{DFF605FE-6F0A-8BD4-F8D0-D21F5F57E1A4}"/>
              </a:ext>
            </a:extLst>
          </p:cNvPr>
          <p:cNvSpPr txBox="1"/>
          <p:nvPr/>
        </p:nvSpPr>
        <p:spPr>
          <a:xfrm rot="16200000">
            <a:off x="10168806" y="7946094"/>
            <a:ext cx="85631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LEL-DIA-BPM03</a:t>
            </a:r>
          </a:p>
        </p:txBody>
      </p:sp>
      <p:sp>
        <p:nvSpPr>
          <p:cNvPr id="1062" name="TextBox 909">
            <a:extLst>
              <a:ext uri="{FF2B5EF4-FFF2-40B4-BE49-F238E27FC236}">
                <a16:creationId xmlns:a16="http://schemas.microsoft.com/office/drawing/2014/main" id="{DD80A908-908F-25F8-4E9C-A850530690D1}"/>
              </a:ext>
            </a:extLst>
          </p:cNvPr>
          <p:cNvSpPr txBox="1"/>
          <p:nvPr/>
        </p:nvSpPr>
        <p:spPr>
          <a:xfrm rot="16200000">
            <a:off x="10072403" y="8733878"/>
            <a:ext cx="938217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LEL-MAG-HCOR06</a:t>
            </a:r>
          </a:p>
        </p:txBody>
      </p:sp>
      <p:sp>
        <p:nvSpPr>
          <p:cNvPr id="1063" name="TextBox 910">
            <a:extLst>
              <a:ext uri="{FF2B5EF4-FFF2-40B4-BE49-F238E27FC236}">
                <a16:creationId xmlns:a16="http://schemas.microsoft.com/office/drawing/2014/main" id="{9BB7158D-4389-797B-5AE0-C83E5D71B6EC}"/>
              </a:ext>
            </a:extLst>
          </p:cNvPr>
          <p:cNvSpPr txBox="1"/>
          <p:nvPr/>
        </p:nvSpPr>
        <p:spPr>
          <a:xfrm rot="16200000">
            <a:off x="10163295" y="8731096"/>
            <a:ext cx="947564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LEL-MAG-VCOR06</a:t>
            </a:r>
          </a:p>
        </p:txBody>
      </p:sp>
      <p:sp>
        <p:nvSpPr>
          <p:cNvPr id="1064" name="TextBox 911">
            <a:extLst>
              <a:ext uri="{FF2B5EF4-FFF2-40B4-BE49-F238E27FC236}">
                <a16:creationId xmlns:a16="http://schemas.microsoft.com/office/drawing/2014/main" id="{9BA44168-DA35-28DF-BAFB-6382C28BD88E}"/>
              </a:ext>
            </a:extLst>
          </p:cNvPr>
          <p:cNvSpPr txBox="1"/>
          <p:nvPr/>
        </p:nvSpPr>
        <p:spPr>
          <a:xfrm rot="16200000">
            <a:off x="10944965" y="7909821"/>
            <a:ext cx="78619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LEL-DIA-SCN04</a:t>
            </a:r>
          </a:p>
        </p:txBody>
      </p:sp>
      <p:sp>
        <p:nvSpPr>
          <p:cNvPr id="1065" name="TextBox 912">
            <a:extLst>
              <a:ext uri="{FF2B5EF4-FFF2-40B4-BE49-F238E27FC236}">
                <a16:creationId xmlns:a16="http://schemas.microsoft.com/office/drawing/2014/main" id="{A9FC18F2-DF0C-AB36-02AB-7C5236E38D7B}"/>
              </a:ext>
            </a:extLst>
          </p:cNvPr>
          <p:cNvSpPr txBox="1"/>
          <p:nvPr/>
        </p:nvSpPr>
        <p:spPr>
          <a:xfrm rot="16200000">
            <a:off x="10956823" y="6304819"/>
            <a:ext cx="85631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LEL-DIA-BPM04</a:t>
            </a:r>
          </a:p>
        </p:txBody>
      </p:sp>
      <p:sp>
        <p:nvSpPr>
          <p:cNvPr id="1066" name="TextBox 913">
            <a:extLst>
              <a:ext uri="{FF2B5EF4-FFF2-40B4-BE49-F238E27FC236}">
                <a16:creationId xmlns:a16="http://schemas.microsoft.com/office/drawing/2014/main" id="{1A68689E-2F7D-4A16-ED6E-FA530A6DFEEB}"/>
              </a:ext>
            </a:extLst>
          </p:cNvPr>
          <p:cNvSpPr txBox="1"/>
          <p:nvPr/>
        </p:nvSpPr>
        <p:spPr>
          <a:xfrm rot="16200000">
            <a:off x="11564864" y="7902865"/>
            <a:ext cx="78619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LEL-DIA-SCN05</a:t>
            </a:r>
          </a:p>
        </p:txBody>
      </p:sp>
      <p:sp>
        <p:nvSpPr>
          <p:cNvPr id="1067" name="TextBox 914">
            <a:extLst>
              <a:ext uri="{FF2B5EF4-FFF2-40B4-BE49-F238E27FC236}">
                <a16:creationId xmlns:a16="http://schemas.microsoft.com/office/drawing/2014/main" id="{B01412F2-6485-17C9-13DC-DF98DC49A549}"/>
              </a:ext>
            </a:extLst>
          </p:cNvPr>
          <p:cNvSpPr txBox="1"/>
          <p:nvPr/>
        </p:nvSpPr>
        <p:spPr>
          <a:xfrm rot="16200000">
            <a:off x="11436663" y="7942689"/>
            <a:ext cx="85631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LEL-DIA-BPM05</a:t>
            </a:r>
          </a:p>
        </p:txBody>
      </p:sp>
      <p:sp>
        <p:nvSpPr>
          <p:cNvPr id="1068" name="TextBox 915">
            <a:extLst>
              <a:ext uri="{FF2B5EF4-FFF2-40B4-BE49-F238E27FC236}">
                <a16:creationId xmlns:a16="http://schemas.microsoft.com/office/drawing/2014/main" id="{492EB6AF-61E3-D442-E691-ED8152A6C574}"/>
              </a:ext>
            </a:extLst>
          </p:cNvPr>
          <p:cNvSpPr txBox="1"/>
          <p:nvPr/>
        </p:nvSpPr>
        <p:spPr>
          <a:xfrm rot="16200000">
            <a:off x="11348907" y="8713247"/>
            <a:ext cx="938217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LEL-MAG-HCOR07</a:t>
            </a:r>
          </a:p>
        </p:txBody>
      </p:sp>
      <p:sp>
        <p:nvSpPr>
          <p:cNvPr id="1069" name="TextBox 916">
            <a:extLst>
              <a:ext uri="{FF2B5EF4-FFF2-40B4-BE49-F238E27FC236}">
                <a16:creationId xmlns:a16="http://schemas.microsoft.com/office/drawing/2014/main" id="{12B3FB42-6D88-E38C-64AB-EBDD22FE365E}"/>
              </a:ext>
            </a:extLst>
          </p:cNvPr>
          <p:cNvSpPr txBox="1"/>
          <p:nvPr/>
        </p:nvSpPr>
        <p:spPr>
          <a:xfrm rot="16200000">
            <a:off x="11439800" y="8722133"/>
            <a:ext cx="947564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LEL-MAG-VCOR07</a:t>
            </a:r>
          </a:p>
        </p:txBody>
      </p:sp>
      <p:sp>
        <p:nvSpPr>
          <p:cNvPr id="1070" name="TextBox 917">
            <a:extLst>
              <a:ext uri="{FF2B5EF4-FFF2-40B4-BE49-F238E27FC236}">
                <a16:creationId xmlns:a16="http://schemas.microsoft.com/office/drawing/2014/main" id="{6FCC3283-9572-DA57-563E-2D36CBC9610B}"/>
              </a:ext>
            </a:extLst>
          </p:cNvPr>
          <p:cNvSpPr txBox="1"/>
          <p:nvPr/>
        </p:nvSpPr>
        <p:spPr>
          <a:xfrm rot="16200000">
            <a:off x="11285236" y="6217916"/>
            <a:ext cx="102844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LEL-DIA-FCT02 </a:t>
            </a:r>
          </a:p>
        </p:txBody>
      </p:sp>
      <p:sp>
        <p:nvSpPr>
          <p:cNvPr id="1071" name="TextBox 918">
            <a:extLst>
              <a:ext uri="{FF2B5EF4-FFF2-40B4-BE49-F238E27FC236}">
                <a16:creationId xmlns:a16="http://schemas.microsoft.com/office/drawing/2014/main" id="{15975B30-D397-E2FC-6E12-3D29250E11D8}"/>
              </a:ext>
            </a:extLst>
          </p:cNvPr>
          <p:cNvSpPr txBox="1"/>
          <p:nvPr/>
        </p:nvSpPr>
        <p:spPr>
          <a:xfrm rot="16200000">
            <a:off x="11905329" y="6333010"/>
            <a:ext cx="78619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LEL-DIA-SCN07</a:t>
            </a:r>
          </a:p>
        </p:txBody>
      </p:sp>
      <p:sp>
        <p:nvSpPr>
          <p:cNvPr id="1072" name="TextBox 919">
            <a:extLst>
              <a:ext uri="{FF2B5EF4-FFF2-40B4-BE49-F238E27FC236}">
                <a16:creationId xmlns:a16="http://schemas.microsoft.com/office/drawing/2014/main" id="{D262DEFB-391C-B4BF-4B4A-548230D153D6}"/>
              </a:ext>
            </a:extLst>
          </p:cNvPr>
          <p:cNvSpPr txBox="1"/>
          <p:nvPr/>
        </p:nvSpPr>
        <p:spPr>
          <a:xfrm rot="16200000">
            <a:off x="12066883" y="8573950"/>
            <a:ext cx="78619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LEL-DIA-SCN06</a:t>
            </a:r>
          </a:p>
        </p:txBody>
      </p:sp>
      <p:sp>
        <p:nvSpPr>
          <p:cNvPr id="1073" name="TextBox 920">
            <a:extLst>
              <a:ext uri="{FF2B5EF4-FFF2-40B4-BE49-F238E27FC236}">
                <a16:creationId xmlns:a16="http://schemas.microsoft.com/office/drawing/2014/main" id="{79738D45-3FE3-B874-FFB2-BFB87A029C7E}"/>
              </a:ext>
            </a:extLst>
          </p:cNvPr>
          <p:cNvSpPr txBox="1"/>
          <p:nvPr/>
        </p:nvSpPr>
        <p:spPr>
          <a:xfrm rot="16200000">
            <a:off x="12135814" y="9062006"/>
            <a:ext cx="1077895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LEL-DMP-BDUMP01</a:t>
            </a:r>
          </a:p>
        </p:txBody>
      </p:sp>
      <p:grpSp>
        <p:nvGrpSpPr>
          <p:cNvPr id="1074" name="Group 1110">
            <a:extLst>
              <a:ext uri="{FF2B5EF4-FFF2-40B4-BE49-F238E27FC236}">
                <a16:creationId xmlns:a16="http://schemas.microsoft.com/office/drawing/2014/main" id="{D317CB4A-DED3-C16D-E6CB-781015DFB922}"/>
              </a:ext>
            </a:extLst>
          </p:cNvPr>
          <p:cNvGrpSpPr/>
          <p:nvPr/>
        </p:nvGrpSpPr>
        <p:grpSpPr>
          <a:xfrm>
            <a:off x="11830088" y="7051059"/>
            <a:ext cx="124094" cy="292806"/>
            <a:chOff x="32426085" y="20978230"/>
            <a:chExt cx="152324" cy="359418"/>
          </a:xfrm>
        </p:grpSpPr>
        <p:sp>
          <p:nvSpPr>
            <p:cNvPr id="1075" name="Oval 1111">
              <a:extLst>
                <a:ext uri="{FF2B5EF4-FFF2-40B4-BE49-F238E27FC236}">
                  <a16:creationId xmlns:a16="http://schemas.microsoft.com/office/drawing/2014/main" id="{FC018E84-47B0-7E6F-FDD8-F7A12119B3DE}"/>
                </a:ext>
              </a:extLst>
            </p:cNvPr>
            <p:cNvSpPr/>
            <p:nvPr/>
          </p:nvSpPr>
          <p:spPr>
            <a:xfrm>
              <a:off x="32453613" y="20978230"/>
              <a:ext cx="89409" cy="359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sp>
          <p:nvSpPr>
            <p:cNvPr id="1076" name="Oval 1112">
              <a:extLst>
                <a:ext uri="{FF2B5EF4-FFF2-40B4-BE49-F238E27FC236}">
                  <a16:creationId xmlns:a16="http://schemas.microsoft.com/office/drawing/2014/main" id="{27067A55-1F43-C65E-1871-795A4828D8DE}"/>
                </a:ext>
              </a:extLst>
            </p:cNvPr>
            <p:cNvSpPr/>
            <p:nvPr/>
          </p:nvSpPr>
          <p:spPr>
            <a:xfrm>
              <a:off x="32426085" y="21075730"/>
              <a:ext cx="152324" cy="15855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</p:grpSp>
      <p:grpSp>
        <p:nvGrpSpPr>
          <p:cNvPr id="1077" name="Group 1113">
            <a:extLst>
              <a:ext uri="{FF2B5EF4-FFF2-40B4-BE49-F238E27FC236}">
                <a16:creationId xmlns:a16="http://schemas.microsoft.com/office/drawing/2014/main" id="{745E5D7B-3842-D277-8341-24EF55F9EAA0}"/>
              </a:ext>
            </a:extLst>
          </p:cNvPr>
          <p:cNvGrpSpPr/>
          <p:nvPr/>
        </p:nvGrpSpPr>
        <p:grpSpPr>
          <a:xfrm>
            <a:off x="10534875" y="7045569"/>
            <a:ext cx="124094" cy="292806"/>
            <a:chOff x="32420799" y="20978230"/>
            <a:chExt cx="152324" cy="359418"/>
          </a:xfrm>
        </p:grpSpPr>
        <p:sp>
          <p:nvSpPr>
            <p:cNvPr id="1078" name="Oval 1114">
              <a:extLst>
                <a:ext uri="{FF2B5EF4-FFF2-40B4-BE49-F238E27FC236}">
                  <a16:creationId xmlns:a16="http://schemas.microsoft.com/office/drawing/2014/main" id="{5A779C5B-9D9C-B017-A1B6-19B3EAA9F0B8}"/>
                </a:ext>
              </a:extLst>
            </p:cNvPr>
            <p:cNvSpPr/>
            <p:nvPr/>
          </p:nvSpPr>
          <p:spPr>
            <a:xfrm>
              <a:off x="32453613" y="20978230"/>
              <a:ext cx="89409" cy="359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sp>
          <p:nvSpPr>
            <p:cNvPr id="1079" name="Oval 1115">
              <a:extLst>
                <a:ext uri="{FF2B5EF4-FFF2-40B4-BE49-F238E27FC236}">
                  <a16:creationId xmlns:a16="http://schemas.microsoft.com/office/drawing/2014/main" id="{8376843E-777D-912A-0F0A-C109394B0FE1}"/>
                </a:ext>
              </a:extLst>
            </p:cNvPr>
            <p:cNvSpPr/>
            <p:nvPr/>
          </p:nvSpPr>
          <p:spPr>
            <a:xfrm>
              <a:off x="32420799" y="21075730"/>
              <a:ext cx="152324" cy="15855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</p:grpSp>
      <p:sp>
        <p:nvSpPr>
          <p:cNvPr id="1080" name="Rectangle 2">
            <a:extLst>
              <a:ext uri="{FF2B5EF4-FFF2-40B4-BE49-F238E27FC236}">
                <a16:creationId xmlns:a16="http://schemas.microsoft.com/office/drawing/2014/main" id="{F2051F59-EAEE-1C16-354D-2A46ACB201FD}"/>
              </a:ext>
            </a:extLst>
          </p:cNvPr>
          <p:cNvSpPr/>
          <p:nvPr/>
        </p:nvSpPr>
        <p:spPr>
          <a:xfrm>
            <a:off x="10566906" y="6929087"/>
            <a:ext cx="1664779" cy="5201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081" name="Rectangle 593">
            <a:extLst>
              <a:ext uri="{FF2B5EF4-FFF2-40B4-BE49-F238E27FC236}">
                <a16:creationId xmlns:a16="http://schemas.microsoft.com/office/drawing/2014/main" id="{D0FF9040-BB61-472C-012A-1576D369C553}"/>
              </a:ext>
            </a:extLst>
          </p:cNvPr>
          <p:cNvSpPr/>
          <p:nvPr/>
        </p:nvSpPr>
        <p:spPr>
          <a:xfrm>
            <a:off x="7521859" y="6922820"/>
            <a:ext cx="683958" cy="5201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082" name="Rectangle 594">
            <a:extLst>
              <a:ext uri="{FF2B5EF4-FFF2-40B4-BE49-F238E27FC236}">
                <a16:creationId xmlns:a16="http://schemas.microsoft.com/office/drawing/2014/main" id="{817B3510-1D4D-B8B4-54D5-048974551D6C}"/>
              </a:ext>
            </a:extLst>
          </p:cNvPr>
          <p:cNvSpPr/>
          <p:nvPr/>
        </p:nvSpPr>
        <p:spPr>
          <a:xfrm>
            <a:off x="8231817" y="6872811"/>
            <a:ext cx="1072929" cy="64924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083" name="Rectangle 597">
            <a:extLst>
              <a:ext uri="{FF2B5EF4-FFF2-40B4-BE49-F238E27FC236}">
                <a16:creationId xmlns:a16="http://schemas.microsoft.com/office/drawing/2014/main" id="{2E2C1725-57BE-EB3F-D2D8-0CFC3A78ACA9}"/>
              </a:ext>
            </a:extLst>
          </p:cNvPr>
          <p:cNvSpPr/>
          <p:nvPr/>
        </p:nvSpPr>
        <p:spPr>
          <a:xfrm>
            <a:off x="9322749" y="6939786"/>
            <a:ext cx="1189474" cy="5094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084" name="TextBox 9">
            <a:extLst>
              <a:ext uri="{FF2B5EF4-FFF2-40B4-BE49-F238E27FC236}">
                <a16:creationId xmlns:a16="http://schemas.microsoft.com/office/drawing/2014/main" id="{0EC7709A-C741-14D7-DE04-4F7D2775DEF1}"/>
              </a:ext>
            </a:extLst>
          </p:cNvPr>
          <p:cNvSpPr txBox="1"/>
          <p:nvPr/>
        </p:nvSpPr>
        <p:spPr>
          <a:xfrm>
            <a:off x="7646336" y="7552861"/>
            <a:ext cx="383438" cy="267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41"/>
              <a:t>M1</a:t>
            </a:r>
          </a:p>
        </p:txBody>
      </p:sp>
      <p:sp>
        <p:nvSpPr>
          <p:cNvPr id="1085" name="TextBox 598">
            <a:extLst>
              <a:ext uri="{FF2B5EF4-FFF2-40B4-BE49-F238E27FC236}">
                <a16:creationId xmlns:a16="http://schemas.microsoft.com/office/drawing/2014/main" id="{50430160-D49C-4B5D-1218-231E2EE700C8}"/>
              </a:ext>
            </a:extLst>
          </p:cNvPr>
          <p:cNvSpPr txBox="1"/>
          <p:nvPr/>
        </p:nvSpPr>
        <p:spPr>
          <a:xfrm>
            <a:off x="8579569" y="7559649"/>
            <a:ext cx="383438" cy="267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41"/>
              <a:t>M2</a:t>
            </a:r>
          </a:p>
        </p:txBody>
      </p:sp>
      <p:sp>
        <p:nvSpPr>
          <p:cNvPr id="1086" name="TextBox 601">
            <a:extLst>
              <a:ext uri="{FF2B5EF4-FFF2-40B4-BE49-F238E27FC236}">
                <a16:creationId xmlns:a16="http://schemas.microsoft.com/office/drawing/2014/main" id="{B3FDDC5A-3CBE-8396-5A82-6443AD510E32}"/>
              </a:ext>
            </a:extLst>
          </p:cNvPr>
          <p:cNvSpPr txBox="1"/>
          <p:nvPr/>
        </p:nvSpPr>
        <p:spPr>
          <a:xfrm>
            <a:off x="9725767" y="7557324"/>
            <a:ext cx="383438" cy="267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41"/>
              <a:t>M3</a:t>
            </a:r>
          </a:p>
        </p:txBody>
      </p:sp>
      <p:sp>
        <p:nvSpPr>
          <p:cNvPr id="1087" name="TextBox 602">
            <a:extLst>
              <a:ext uri="{FF2B5EF4-FFF2-40B4-BE49-F238E27FC236}">
                <a16:creationId xmlns:a16="http://schemas.microsoft.com/office/drawing/2014/main" id="{9913178F-D173-BB0A-470F-0833E1FD7740}"/>
              </a:ext>
            </a:extLst>
          </p:cNvPr>
          <p:cNvSpPr txBox="1"/>
          <p:nvPr/>
        </p:nvSpPr>
        <p:spPr>
          <a:xfrm>
            <a:off x="10850727" y="7552189"/>
            <a:ext cx="383438" cy="267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41"/>
              <a:t>M4</a:t>
            </a:r>
          </a:p>
        </p:txBody>
      </p:sp>
      <p:sp>
        <p:nvSpPr>
          <p:cNvPr id="1089" name="TextBox 616">
            <a:extLst>
              <a:ext uri="{FF2B5EF4-FFF2-40B4-BE49-F238E27FC236}">
                <a16:creationId xmlns:a16="http://schemas.microsoft.com/office/drawing/2014/main" id="{65EB7791-F9D0-562F-8F58-6912909C4856}"/>
              </a:ext>
            </a:extLst>
          </p:cNvPr>
          <p:cNvSpPr txBox="1"/>
          <p:nvPr/>
        </p:nvSpPr>
        <p:spPr>
          <a:xfrm>
            <a:off x="12659312" y="8556398"/>
            <a:ext cx="468398" cy="267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41"/>
              <a:t>M4A</a:t>
            </a:r>
          </a:p>
        </p:txBody>
      </p:sp>
      <p:sp>
        <p:nvSpPr>
          <p:cNvPr id="1091" name="Rectangle 492">
            <a:extLst>
              <a:ext uri="{FF2B5EF4-FFF2-40B4-BE49-F238E27FC236}">
                <a16:creationId xmlns:a16="http://schemas.microsoft.com/office/drawing/2014/main" id="{FEB6A2B7-6C92-1FA7-10CB-853566F306D8}"/>
              </a:ext>
            </a:extLst>
          </p:cNvPr>
          <p:cNvSpPr/>
          <p:nvPr/>
        </p:nvSpPr>
        <p:spPr>
          <a:xfrm>
            <a:off x="1889880" y="6170884"/>
            <a:ext cx="573197" cy="6234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52"/>
          </a:p>
        </p:txBody>
      </p:sp>
      <p:sp>
        <p:nvSpPr>
          <p:cNvPr id="1092" name="Rectangle 493">
            <a:extLst>
              <a:ext uri="{FF2B5EF4-FFF2-40B4-BE49-F238E27FC236}">
                <a16:creationId xmlns:a16="http://schemas.microsoft.com/office/drawing/2014/main" id="{27746B43-4969-36EA-DE79-1F0E7A2A0F8C}"/>
              </a:ext>
            </a:extLst>
          </p:cNvPr>
          <p:cNvSpPr/>
          <p:nvPr/>
        </p:nvSpPr>
        <p:spPr>
          <a:xfrm>
            <a:off x="2463075" y="5806434"/>
            <a:ext cx="203698" cy="27576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52"/>
          </a:p>
        </p:txBody>
      </p:sp>
      <p:sp>
        <p:nvSpPr>
          <p:cNvPr id="1093" name="Oval 494">
            <a:extLst>
              <a:ext uri="{FF2B5EF4-FFF2-40B4-BE49-F238E27FC236}">
                <a16:creationId xmlns:a16="http://schemas.microsoft.com/office/drawing/2014/main" id="{CEE7E859-751F-B52E-CDB5-7BB1CA240351}"/>
              </a:ext>
            </a:extLst>
          </p:cNvPr>
          <p:cNvSpPr/>
          <p:nvPr/>
        </p:nvSpPr>
        <p:spPr>
          <a:xfrm>
            <a:off x="3908349" y="6140922"/>
            <a:ext cx="112681" cy="677013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52"/>
          </a:p>
        </p:txBody>
      </p:sp>
      <p:cxnSp>
        <p:nvCxnSpPr>
          <p:cNvPr id="1094" name="Straight Connector 495">
            <a:extLst>
              <a:ext uri="{FF2B5EF4-FFF2-40B4-BE49-F238E27FC236}">
                <a16:creationId xmlns:a16="http://schemas.microsoft.com/office/drawing/2014/main" id="{DFBCF0E7-01FD-15A1-8B92-997C054C4143}"/>
              </a:ext>
            </a:extLst>
          </p:cNvPr>
          <p:cNvCxnSpPr/>
          <p:nvPr/>
        </p:nvCxnSpPr>
        <p:spPr>
          <a:xfrm>
            <a:off x="3563304" y="6102518"/>
            <a:ext cx="1008" cy="74229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Connector 496">
            <a:extLst>
              <a:ext uri="{FF2B5EF4-FFF2-40B4-BE49-F238E27FC236}">
                <a16:creationId xmlns:a16="http://schemas.microsoft.com/office/drawing/2014/main" id="{2739F48D-C30D-8CD0-2FDB-25712DB8B3BB}"/>
              </a:ext>
            </a:extLst>
          </p:cNvPr>
          <p:cNvCxnSpPr/>
          <p:nvPr/>
        </p:nvCxnSpPr>
        <p:spPr>
          <a:xfrm>
            <a:off x="3671925" y="6113781"/>
            <a:ext cx="8702" cy="704774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497">
            <a:extLst>
              <a:ext uri="{FF2B5EF4-FFF2-40B4-BE49-F238E27FC236}">
                <a16:creationId xmlns:a16="http://schemas.microsoft.com/office/drawing/2014/main" id="{3B6297F1-E851-3A73-2922-7D06C0C804A3}"/>
              </a:ext>
            </a:extLst>
          </p:cNvPr>
          <p:cNvCxnSpPr/>
          <p:nvPr/>
        </p:nvCxnSpPr>
        <p:spPr>
          <a:xfrm>
            <a:off x="2726048" y="6164423"/>
            <a:ext cx="3276" cy="62731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499">
            <a:extLst>
              <a:ext uri="{FF2B5EF4-FFF2-40B4-BE49-F238E27FC236}">
                <a16:creationId xmlns:a16="http://schemas.microsoft.com/office/drawing/2014/main" id="{7FB1D37B-D0D5-B468-6CF1-9EB08A5B06EC}"/>
              </a:ext>
            </a:extLst>
          </p:cNvPr>
          <p:cNvCxnSpPr/>
          <p:nvPr/>
        </p:nvCxnSpPr>
        <p:spPr>
          <a:xfrm flipV="1">
            <a:off x="2963851" y="6361647"/>
            <a:ext cx="222673" cy="246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500">
            <a:extLst>
              <a:ext uri="{FF2B5EF4-FFF2-40B4-BE49-F238E27FC236}">
                <a16:creationId xmlns:a16="http://schemas.microsoft.com/office/drawing/2014/main" id="{EA0E1817-E67F-6196-5A98-59080CC2CE49}"/>
              </a:ext>
            </a:extLst>
          </p:cNvPr>
          <p:cNvCxnSpPr/>
          <p:nvPr/>
        </p:nvCxnSpPr>
        <p:spPr>
          <a:xfrm>
            <a:off x="3794408" y="6126948"/>
            <a:ext cx="8702" cy="704774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Rectangle 501">
            <a:extLst>
              <a:ext uri="{FF2B5EF4-FFF2-40B4-BE49-F238E27FC236}">
                <a16:creationId xmlns:a16="http://schemas.microsoft.com/office/drawing/2014/main" id="{4CA3A107-042C-7A61-23FA-85D251BD2651}"/>
              </a:ext>
            </a:extLst>
          </p:cNvPr>
          <p:cNvSpPr/>
          <p:nvPr/>
        </p:nvSpPr>
        <p:spPr>
          <a:xfrm>
            <a:off x="2469043" y="6874077"/>
            <a:ext cx="203698" cy="27576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52"/>
          </a:p>
        </p:txBody>
      </p:sp>
      <p:cxnSp>
        <p:nvCxnSpPr>
          <p:cNvPr id="1100" name="Straight Arrow Connector 504">
            <a:extLst>
              <a:ext uri="{FF2B5EF4-FFF2-40B4-BE49-F238E27FC236}">
                <a16:creationId xmlns:a16="http://schemas.microsoft.com/office/drawing/2014/main" id="{C54D99DF-84EE-564B-034F-98C1448F3FEE}"/>
              </a:ext>
            </a:extLst>
          </p:cNvPr>
          <p:cNvCxnSpPr/>
          <p:nvPr/>
        </p:nvCxnSpPr>
        <p:spPr>
          <a:xfrm flipH="1">
            <a:off x="3068810" y="4681269"/>
            <a:ext cx="18166" cy="176122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TextBox 509">
            <a:extLst>
              <a:ext uri="{FF2B5EF4-FFF2-40B4-BE49-F238E27FC236}">
                <a16:creationId xmlns:a16="http://schemas.microsoft.com/office/drawing/2014/main" id="{2E283DA6-5FA4-14FD-26C2-41C6550F251C}"/>
              </a:ext>
            </a:extLst>
          </p:cNvPr>
          <p:cNvSpPr txBox="1"/>
          <p:nvPr/>
        </p:nvSpPr>
        <p:spPr>
          <a:xfrm rot="16200000">
            <a:off x="1887318" y="4751972"/>
            <a:ext cx="1296262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LEL-MAG-SOL01</a:t>
            </a:r>
          </a:p>
        </p:txBody>
      </p:sp>
      <p:sp>
        <p:nvSpPr>
          <p:cNvPr id="1102" name="TextBox 510">
            <a:extLst>
              <a:ext uri="{FF2B5EF4-FFF2-40B4-BE49-F238E27FC236}">
                <a16:creationId xmlns:a16="http://schemas.microsoft.com/office/drawing/2014/main" id="{4BFDB094-50FE-2D6F-CB07-6E65372E179C}"/>
              </a:ext>
            </a:extLst>
          </p:cNvPr>
          <p:cNvSpPr txBox="1"/>
          <p:nvPr/>
        </p:nvSpPr>
        <p:spPr>
          <a:xfrm rot="16200000">
            <a:off x="2052231" y="4779310"/>
            <a:ext cx="1823241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 err="1">
                <a:solidFill>
                  <a:srgbClr val="FF0000"/>
                </a:solidFill>
              </a:rPr>
              <a:t>Photoinjector</a:t>
            </a:r>
            <a:r>
              <a:rPr lang="en-GB" sz="652">
                <a:solidFill>
                  <a:srgbClr val="FF0000"/>
                </a:solidFill>
              </a:rPr>
              <a:t> Laser</a:t>
            </a:r>
          </a:p>
        </p:txBody>
      </p:sp>
      <p:sp>
        <p:nvSpPr>
          <p:cNvPr id="1103" name="Rectangle 511">
            <a:extLst>
              <a:ext uri="{FF2B5EF4-FFF2-40B4-BE49-F238E27FC236}">
                <a16:creationId xmlns:a16="http://schemas.microsoft.com/office/drawing/2014/main" id="{1F4D429B-1B1D-6FE3-4177-39BA4C8E9FAF}"/>
              </a:ext>
            </a:extLst>
          </p:cNvPr>
          <p:cNvSpPr/>
          <p:nvPr/>
        </p:nvSpPr>
        <p:spPr>
          <a:xfrm>
            <a:off x="4084355" y="6087536"/>
            <a:ext cx="1767070" cy="77060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52"/>
          </a:p>
        </p:txBody>
      </p:sp>
      <p:cxnSp>
        <p:nvCxnSpPr>
          <p:cNvPr id="1104" name="Straight Connector 503">
            <a:extLst>
              <a:ext uri="{FF2B5EF4-FFF2-40B4-BE49-F238E27FC236}">
                <a16:creationId xmlns:a16="http://schemas.microsoft.com/office/drawing/2014/main" id="{FBDADFC9-31F4-887F-67C8-B80524D33125}"/>
              </a:ext>
            </a:extLst>
          </p:cNvPr>
          <p:cNvCxnSpPr/>
          <p:nvPr/>
        </p:nvCxnSpPr>
        <p:spPr>
          <a:xfrm flipV="1">
            <a:off x="1731726" y="6480893"/>
            <a:ext cx="4125259" cy="1741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5" name="Rectangle 513">
            <a:extLst>
              <a:ext uri="{FF2B5EF4-FFF2-40B4-BE49-F238E27FC236}">
                <a16:creationId xmlns:a16="http://schemas.microsoft.com/office/drawing/2014/main" id="{25537AD2-4256-A692-F712-F7E2822B84A1}"/>
              </a:ext>
            </a:extLst>
          </p:cNvPr>
          <p:cNvSpPr/>
          <p:nvPr/>
        </p:nvSpPr>
        <p:spPr>
          <a:xfrm>
            <a:off x="4195095" y="6042099"/>
            <a:ext cx="138723" cy="86613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52"/>
          </a:p>
        </p:txBody>
      </p:sp>
      <p:cxnSp>
        <p:nvCxnSpPr>
          <p:cNvPr id="1106" name="Straight Connector 514">
            <a:extLst>
              <a:ext uri="{FF2B5EF4-FFF2-40B4-BE49-F238E27FC236}">
                <a16:creationId xmlns:a16="http://schemas.microsoft.com/office/drawing/2014/main" id="{9B0845A0-BAC9-4E69-FBA9-BB2AF2EF8624}"/>
              </a:ext>
            </a:extLst>
          </p:cNvPr>
          <p:cNvCxnSpPr/>
          <p:nvPr/>
        </p:nvCxnSpPr>
        <p:spPr>
          <a:xfrm flipH="1">
            <a:off x="4087942" y="5945625"/>
            <a:ext cx="52796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Straight Connector 523">
            <a:extLst>
              <a:ext uri="{FF2B5EF4-FFF2-40B4-BE49-F238E27FC236}">
                <a16:creationId xmlns:a16="http://schemas.microsoft.com/office/drawing/2014/main" id="{AB17D6AE-5163-BEA2-862E-F833BEC8C6B5}"/>
              </a:ext>
            </a:extLst>
          </p:cNvPr>
          <p:cNvCxnSpPr/>
          <p:nvPr/>
        </p:nvCxnSpPr>
        <p:spPr>
          <a:xfrm flipH="1">
            <a:off x="4079337" y="6988040"/>
            <a:ext cx="52796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524">
            <a:extLst>
              <a:ext uri="{FF2B5EF4-FFF2-40B4-BE49-F238E27FC236}">
                <a16:creationId xmlns:a16="http://schemas.microsoft.com/office/drawing/2014/main" id="{8AF83D66-C747-056C-DF6F-07D79B56C005}"/>
              </a:ext>
            </a:extLst>
          </p:cNvPr>
          <p:cNvCxnSpPr/>
          <p:nvPr/>
        </p:nvCxnSpPr>
        <p:spPr>
          <a:xfrm flipH="1">
            <a:off x="4673069" y="5948084"/>
            <a:ext cx="52796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Straight Connector 525">
            <a:extLst>
              <a:ext uri="{FF2B5EF4-FFF2-40B4-BE49-F238E27FC236}">
                <a16:creationId xmlns:a16="http://schemas.microsoft.com/office/drawing/2014/main" id="{FCFA24F7-34B2-BABF-57F8-B87F42498877}"/>
              </a:ext>
            </a:extLst>
          </p:cNvPr>
          <p:cNvCxnSpPr/>
          <p:nvPr/>
        </p:nvCxnSpPr>
        <p:spPr>
          <a:xfrm flipH="1">
            <a:off x="4664464" y="6990498"/>
            <a:ext cx="52796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526">
            <a:extLst>
              <a:ext uri="{FF2B5EF4-FFF2-40B4-BE49-F238E27FC236}">
                <a16:creationId xmlns:a16="http://schemas.microsoft.com/office/drawing/2014/main" id="{FC730E11-BD22-372C-37DE-5635B2BF881B}"/>
              </a:ext>
            </a:extLst>
          </p:cNvPr>
          <p:cNvCxnSpPr/>
          <p:nvPr/>
        </p:nvCxnSpPr>
        <p:spPr>
          <a:xfrm flipH="1">
            <a:off x="5261885" y="5954229"/>
            <a:ext cx="52796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527">
            <a:extLst>
              <a:ext uri="{FF2B5EF4-FFF2-40B4-BE49-F238E27FC236}">
                <a16:creationId xmlns:a16="http://schemas.microsoft.com/office/drawing/2014/main" id="{97EC910C-445E-EE8F-E005-2351849E3FF0}"/>
              </a:ext>
            </a:extLst>
          </p:cNvPr>
          <p:cNvCxnSpPr/>
          <p:nvPr/>
        </p:nvCxnSpPr>
        <p:spPr>
          <a:xfrm flipH="1">
            <a:off x="5256970" y="6985581"/>
            <a:ext cx="52796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2" name="TextBox 529">
            <a:extLst>
              <a:ext uri="{FF2B5EF4-FFF2-40B4-BE49-F238E27FC236}">
                <a16:creationId xmlns:a16="http://schemas.microsoft.com/office/drawing/2014/main" id="{10755A43-7CA2-4285-49E8-80A90D216AFF}"/>
              </a:ext>
            </a:extLst>
          </p:cNvPr>
          <p:cNvSpPr txBox="1"/>
          <p:nvPr/>
        </p:nvSpPr>
        <p:spPr>
          <a:xfrm rot="16200000">
            <a:off x="2197146" y="7677841"/>
            <a:ext cx="1048115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LEL-VAC-VALVP01</a:t>
            </a:r>
          </a:p>
        </p:txBody>
      </p:sp>
      <p:sp>
        <p:nvSpPr>
          <p:cNvPr id="1113" name="TextBox 530">
            <a:extLst>
              <a:ext uri="{FF2B5EF4-FFF2-40B4-BE49-F238E27FC236}">
                <a16:creationId xmlns:a16="http://schemas.microsoft.com/office/drawing/2014/main" id="{D6B62C1C-8C14-9EC9-92D3-76780921A304}"/>
              </a:ext>
            </a:extLst>
          </p:cNvPr>
          <p:cNvSpPr txBox="1"/>
          <p:nvPr/>
        </p:nvSpPr>
        <p:spPr>
          <a:xfrm rot="16200000">
            <a:off x="2813563" y="4930885"/>
            <a:ext cx="944907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LEL-MAG-HCOR01</a:t>
            </a:r>
          </a:p>
        </p:txBody>
      </p:sp>
      <p:sp>
        <p:nvSpPr>
          <p:cNvPr id="1114" name="TextBox 532">
            <a:extLst>
              <a:ext uri="{FF2B5EF4-FFF2-40B4-BE49-F238E27FC236}">
                <a16:creationId xmlns:a16="http://schemas.microsoft.com/office/drawing/2014/main" id="{DCAEF443-68F4-FBD6-15A6-BBB1AD79C3EE}"/>
              </a:ext>
            </a:extLst>
          </p:cNvPr>
          <p:cNvSpPr txBox="1"/>
          <p:nvPr/>
        </p:nvSpPr>
        <p:spPr>
          <a:xfrm rot="16200000">
            <a:off x="3571676" y="4993049"/>
            <a:ext cx="816240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LEL-DIA-BPM01</a:t>
            </a:r>
          </a:p>
        </p:txBody>
      </p:sp>
      <p:sp>
        <p:nvSpPr>
          <p:cNvPr id="1115" name="TextBox 533">
            <a:extLst>
              <a:ext uri="{FF2B5EF4-FFF2-40B4-BE49-F238E27FC236}">
                <a16:creationId xmlns:a16="http://schemas.microsoft.com/office/drawing/2014/main" id="{C1E4225F-1F2C-5782-6AB2-3C3C687E8A8D}"/>
              </a:ext>
            </a:extLst>
          </p:cNvPr>
          <p:cNvSpPr txBox="1"/>
          <p:nvPr/>
        </p:nvSpPr>
        <p:spPr>
          <a:xfrm rot="16200000">
            <a:off x="3142825" y="7692362"/>
            <a:ext cx="104491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LEL-DIA-SCN01 </a:t>
            </a:r>
          </a:p>
        </p:txBody>
      </p:sp>
      <p:sp>
        <p:nvSpPr>
          <p:cNvPr id="1116" name="TextBox 534">
            <a:extLst>
              <a:ext uri="{FF2B5EF4-FFF2-40B4-BE49-F238E27FC236}">
                <a16:creationId xmlns:a16="http://schemas.microsoft.com/office/drawing/2014/main" id="{4D555B8C-F888-E5BD-011F-1421DF0605F3}"/>
              </a:ext>
            </a:extLst>
          </p:cNvPr>
          <p:cNvSpPr txBox="1"/>
          <p:nvPr/>
        </p:nvSpPr>
        <p:spPr>
          <a:xfrm rot="16200000">
            <a:off x="3345294" y="7651626"/>
            <a:ext cx="962286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52"/>
              <a:t>LEL-DIA-FCT01</a:t>
            </a:r>
          </a:p>
        </p:txBody>
      </p:sp>
      <p:cxnSp>
        <p:nvCxnSpPr>
          <p:cNvPr id="1117" name="Straight Connector 535">
            <a:extLst>
              <a:ext uri="{FF2B5EF4-FFF2-40B4-BE49-F238E27FC236}">
                <a16:creationId xmlns:a16="http://schemas.microsoft.com/office/drawing/2014/main" id="{43B99417-8246-6755-1FAA-8BF7F6AB1FFE}"/>
              </a:ext>
            </a:extLst>
          </p:cNvPr>
          <p:cNvCxnSpPr/>
          <p:nvPr/>
        </p:nvCxnSpPr>
        <p:spPr>
          <a:xfrm>
            <a:off x="2016380" y="6368964"/>
            <a:ext cx="2775" cy="21405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Arrow Connector 540">
            <a:extLst>
              <a:ext uri="{FF2B5EF4-FFF2-40B4-BE49-F238E27FC236}">
                <a16:creationId xmlns:a16="http://schemas.microsoft.com/office/drawing/2014/main" id="{E0AB6A2A-B941-0EC2-9CAF-CC928A3F5E13}"/>
              </a:ext>
            </a:extLst>
          </p:cNvPr>
          <p:cNvCxnSpPr/>
          <p:nvPr/>
        </p:nvCxnSpPr>
        <p:spPr>
          <a:xfrm flipH="1">
            <a:off x="2062508" y="6440511"/>
            <a:ext cx="1024466" cy="1934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548">
            <a:extLst>
              <a:ext uri="{FF2B5EF4-FFF2-40B4-BE49-F238E27FC236}">
                <a16:creationId xmlns:a16="http://schemas.microsoft.com/office/drawing/2014/main" id="{96742D05-EAD2-CD01-2BF4-8FE5E17079A7}"/>
              </a:ext>
            </a:extLst>
          </p:cNvPr>
          <p:cNvCxnSpPr/>
          <p:nvPr/>
        </p:nvCxnSpPr>
        <p:spPr>
          <a:xfrm flipH="1">
            <a:off x="2110093" y="5703494"/>
            <a:ext cx="6734" cy="419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550">
            <a:extLst>
              <a:ext uri="{FF2B5EF4-FFF2-40B4-BE49-F238E27FC236}">
                <a16:creationId xmlns:a16="http://schemas.microsoft.com/office/drawing/2014/main" id="{7E37644C-BAA3-E9E3-BCDF-5C8F8EB8F552}"/>
              </a:ext>
            </a:extLst>
          </p:cNvPr>
          <p:cNvCxnSpPr/>
          <p:nvPr/>
        </p:nvCxnSpPr>
        <p:spPr>
          <a:xfrm>
            <a:off x="2538569" y="5468842"/>
            <a:ext cx="0" cy="234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Connector 553">
            <a:extLst>
              <a:ext uri="{FF2B5EF4-FFF2-40B4-BE49-F238E27FC236}">
                <a16:creationId xmlns:a16="http://schemas.microsoft.com/office/drawing/2014/main" id="{30C4706D-E5AC-5D49-AB05-050009C14F26}"/>
              </a:ext>
            </a:extLst>
          </p:cNvPr>
          <p:cNvCxnSpPr/>
          <p:nvPr/>
        </p:nvCxnSpPr>
        <p:spPr>
          <a:xfrm>
            <a:off x="2729948" y="6883882"/>
            <a:ext cx="2375" cy="3662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556">
            <a:extLst>
              <a:ext uri="{FF2B5EF4-FFF2-40B4-BE49-F238E27FC236}">
                <a16:creationId xmlns:a16="http://schemas.microsoft.com/office/drawing/2014/main" id="{96515440-2B75-FA86-2A77-E816859B1106}"/>
              </a:ext>
            </a:extLst>
          </p:cNvPr>
          <p:cNvCxnSpPr/>
          <p:nvPr/>
        </p:nvCxnSpPr>
        <p:spPr>
          <a:xfrm flipH="1">
            <a:off x="3324465" y="5473891"/>
            <a:ext cx="6909" cy="784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Straight Connector 557">
            <a:extLst>
              <a:ext uri="{FF2B5EF4-FFF2-40B4-BE49-F238E27FC236}">
                <a16:creationId xmlns:a16="http://schemas.microsoft.com/office/drawing/2014/main" id="{D6958CA6-B64F-DF01-575D-8634F73834E4}"/>
              </a:ext>
            </a:extLst>
          </p:cNvPr>
          <p:cNvCxnSpPr/>
          <p:nvPr/>
        </p:nvCxnSpPr>
        <p:spPr>
          <a:xfrm>
            <a:off x="3808822" y="6900935"/>
            <a:ext cx="0" cy="3541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Straight Connector 561">
            <a:extLst>
              <a:ext uri="{FF2B5EF4-FFF2-40B4-BE49-F238E27FC236}">
                <a16:creationId xmlns:a16="http://schemas.microsoft.com/office/drawing/2014/main" id="{F4ABBC57-6763-1B00-C0DE-ED5D15695B85}"/>
              </a:ext>
            </a:extLst>
          </p:cNvPr>
          <p:cNvCxnSpPr/>
          <p:nvPr/>
        </p:nvCxnSpPr>
        <p:spPr>
          <a:xfrm>
            <a:off x="3680983" y="6897864"/>
            <a:ext cx="0" cy="352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562">
            <a:extLst>
              <a:ext uri="{FF2B5EF4-FFF2-40B4-BE49-F238E27FC236}">
                <a16:creationId xmlns:a16="http://schemas.microsoft.com/office/drawing/2014/main" id="{CAA215FA-B85E-F876-FB2B-A02A7320830C}"/>
              </a:ext>
            </a:extLst>
          </p:cNvPr>
          <p:cNvCxnSpPr/>
          <p:nvPr/>
        </p:nvCxnSpPr>
        <p:spPr>
          <a:xfrm flipH="1">
            <a:off x="3969436" y="5469970"/>
            <a:ext cx="6907" cy="585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" name="TextBox 572">
            <a:extLst>
              <a:ext uri="{FF2B5EF4-FFF2-40B4-BE49-F238E27FC236}">
                <a16:creationId xmlns:a16="http://schemas.microsoft.com/office/drawing/2014/main" id="{64A4EE97-9138-2C5F-CF7A-02DC73509730}"/>
              </a:ext>
            </a:extLst>
          </p:cNvPr>
          <p:cNvSpPr txBox="1"/>
          <p:nvPr/>
        </p:nvSpPr>
        <p:spPr>
          <a:xfrm>
            <a:off x="4697746" y="6082501"/>
            <a:ext cx="1354574" cy="293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>
                <a:solidFill>
                  <a:schemeClr val="bg1"/>
                </a:solidFill>
              </a:rPr>
              <a:t>RF Structure</a:t>
            </a:r>
          </a:p>
          <a:p>
            <a:r>
              <a:rPr lang="en-GB" sz="652">
                <a:solidFill>
                  <a:schemeClr val="bg1"/>
                </a:solidFill>
              </a:rPr>
              <a:t>S band</a:t>
            </a:r>
          </a:p>
        </p:txBody>
      </p:sp>
      <p:sp>
        <p:nvSpPr>
          <p:cNvPr id="1127" name="Rounded Rectangle 541">
            <a:extLst>
              <a:ext uri="{FF2B5EF4-FFF2-40B4-BE49-F238E27FC236}">
                <a16:creationId xmlns:a16="http://schemas.microsoft.com/office/drawing/2014/main" id="{84B537EA-E3EB-3854-D036-D36908CAFFC9}"/>
              </a:ext>
            </a:extLst>
          </p:cNvPr>
          <p:cNvSpPr/>
          <p:nvPr/>
        </p:nvSpPr>
        <p:spPr>
          <a:xfrm>
            <a:off x="1729381" y="3948288"/>
            <a:ext cx="4102761" cy="4688783"/>
          </a:xfrm>
          <a:prstGeom prst="roundRect">
            <a:avLst/>
          </a:prstGeom>
          <a:noFill/>
          <a:ln>
            <a:solidFill>
              <a:srgbClr val="002D56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52"/>
          </a:p>
        </p:txBody>
      </p:sp>
      <p:sp>
        <p:nvSpPr>
          <p:cNvPr id="1128" name="Rectangle 624">
            <a:extLst>
              <a:ext uri="{FF2B5EF4-FFF2-40B4-BE49-F238E27FC236}">
                <a16:creationId xmlns:a16="http://schemas.microsoft.com/office/drawing/2014/main" id="{0517BF33-787E-070E-1D02-7D3F31A84B8D}"/>
              </a:ext>
            </a:extLst>
          </p:cNvPr>
          <p:cNvSpPr/>
          <p:nvPr/>
        </p:nvSpPr>
        <p:spPr>
          <a:xfrm>
            <a:off x="4440446" y="6045011"/>
            <a:ext cx="138723" cy="86613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52"/>
          </a:p>
        </p:txBody>
      </p:sp>
      <p:sp>
        <p:nvSpPr>
          <p:cNvPr id="1129" name="TextBox 840">
            <a:extLst>
              <a:ext uri="{FF2B5EF4-FFF2-40B4-BE49-F238E27FC236}">
                <a16:creationId xmlns:a16="http://schemas.microsoft.com/office/drawing/2014/main" id="{33CECD2B-9401-EFA8-9823-0321345B9C6A}"/>
              </a:ext>
            </a:extLst>
          </p:cNvPr>
          <p:cNvSpPr txBox="1"/>
          <p:nvPr/>
        </p:nvSpPr>
        <p:spPr>
          <a:xfrm rot="16200000">
            <a:off x="2921378" y="4932834"/>
            <a:ext cx="93475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LEL-MAG-VCOR01</a:t>
            </a:r>
          </a:p>
        </p:txBody>
      </p:sp>
      <p:sp>
        <p:nvSpPr>
          <p:cNvPr id="1130" name="TextBox 897">
            <a:extLst>
              <a:ext uri="{FF2B5EF4-FFF2-40B4-BE49-F238E27FC236}">
                <a16:creationId xmlns:a16="http://schemas.microsoft.com/office/drawing/2014/main" id="{036E1547-2382-640A-9816-B7DD3B4B241C}"/>
              </a:ext>
            </a:extLst>
          </p:cNvPr>
          <p:cNvSpPr txBox="1"/>
          <p:nvPr/>
        </p:nvSpPr>
        <p:spPr>
          <a:xfrm rot="16200000">
            <a:off x="3019339" y="4832451"/>
            <a:ext cx="1074312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LEL-VAC-VALVF02 </a:t>
            </a:r>
            <a:endParaRPr lang="en-GB" sz="652" b="1"/>
          </a:p>
        </p:txBody>
      </p:sp>
      <p:cxnSp>
        <p:nvCxnSpPr>
          <p:cNvPr id="1131" name="Straight Connector 898">
            <a:extLst>
              <a:ext uri="{FF2B5EF4-FFF2-40B4-BE49-F238E27FC236}">
                <a16:creationId xmlns:a16="http://schemas.microsoft.com/office/drawing/2014/main" id="{BDBEB2F0-8AA8-A656-B125-BFE3C5500316}"/>
              </a:ext>
            </a:extLst>
          </p:cNvPr>
          <p:cNvCxnSpPr/>
          <p:nvPr/>
        </p:nvCxnSpPr>
        <p:spPr>
          <a:xfrm>
            <a:off x="3564063" y="5460484"/>
            <a:ext cx="0" cy="5816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2" name="Oval 1116">
            <a:extLst>
              <a:ext uri="{FF2B5EF4-FFF2-40B4-BE49-F238E27FC236}">
                <a16:creationId xmlns:a16="http://schemas.microsoft.com/office/drawing/2014/main" id="{3CDB48CC-BB3A-4A00-9C9B-4E38ED1F47D3}"/>
              </a:ext>
            </a:extLst>
          </p:cNvPr>
          <p:cNvSpPr/>
          <p:nvPr/>
        </p:nvSpPr>
        <p:spPr>
          <a:xfrm>
            <a:off x="3222494" y="6358310"/>
            <a:ext cx="228773" cy="22470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33" name="TextBox 933">
            <a:extLst>
              <a:ext uri="{FF2B5EF4-FFF2-40B4-BE49-F238E27FC236}">
                <a16:creationId xmlns:a16="http://schemas.microsoft.com/office/drawing/2014/main" id="{1CE57EBF-8A4E-3C03-B442-372C3D8338BA}"/>
              </a:ext>
            </a:extLst>
          </p:cNvPr>
          <p:cNvSpPr txBox="1"/>
          <p:nvPr/>
        </p:nvSpPr>
        <p:spPr>
          <a:xfrm>
            <a:off x="2973152" y="8068692"/>
            <a:ext cx="1341136" cy="3430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629" err="1"/>
              <a:t>Photoinjector</a:t>
            </a:r>
            <a:endParaRPr lang="en-GB" sz="1629"/>
          </a:p>
        </p:txBody>
      </p:sp>
      <p:sp>
        <p:nvSpPr>
          <p:cNvPr id="1134" name="TextBox 1028">
            <a:extLst>
              <a:ext uri="{FF2B5EF4-FFF2-40B4-BE49-F238E27FC236}">
                <a16:creationId xmlns:a16="http://schemas.microsoft.com/office/drawing/2014/main" id="{C8166902-80CB-3159-3647-32F608AD7A86}"/>
              </a:ext>
            </a:extLst>
          </p:cNvPr>
          <p:cNvSpPr txBox="1"/>
          <p:nvPr/>
        </p:nvSpPr>
        <p:spPr>
          <a:xfrm rot="16200000">
            <a:off x="1650037" y="5114302"/>
            <a:ext cx="937293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LEL-RF-GCAV</a:t>
            </a:r>
          </a:p>
        </p:txBody>
      </p:sp>
      <p:sp>
        <p:nvSpPr>
          <p:cNvPr id="1135" name="TextBox 1039">
            <a:extLst>
              <a:ext uri="{FF2B5EF4-FFF2-40B4-BE49-F238E27FC236}">
                <a16:creationId xmlns:a16="http://schemas.microsoft.com/office/drawing/2014/main" id="{27842732-947D-CFA9-7A1E-5737FD760A01}"/>
              </a:ext>
            </a:extLst>
          </p:cNvPr>
          <p:cNvSpPr txBox="1"/>
          <p:nvPr/>
        </p:nvSpPr>
        <p:spPr>
          <a:xfrm rot="16200000">
            <a:off x="7865655" y="6273538"/>
            <a:ext cx="912709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LEL-MAG-HCOR02</a:t>
            </a:r>
          </a:p>
        </p:txBody>
      </p:sp>
      <p:sp>
        <p:nvSpPr>
          <p:cNvPr id="1136" name="TextBox 1040">
            <a:extLst>
              <a:ext uri="{FF2B5EF4-FFF2-40B4-BE49-F238E27FC236}">
                <a16:creationId xmlns:a16="http://schemas.microsoft.com/office/drawing/2014/main" id="{72A7CF61-40D3-A5BE-1353-1DB51103860A}"/>
              </a:ext>
            </a:extLst>
          </p:cNvPr>
          <p:cNvSpPr txBox="1"/>
          <p:nvPr/>
        </p:nvSpPr>
        <p:spPr>
          <a:xfrm rot="16200000">
            <a:off x="7943793" y="6251885"/>
            <a:ext cx="947564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LEL-MAG-VCOR02</a:t>
            </a:r>
          </a:p>
        </p:txBody>
      </p:sp>
      <p:sp>
        <p:nvSpPr>
          <p:cNvPr id="1137" name="TextBox 843">
            <a:extLst>
              <a:ext uri="{FF2B5EF4-FFF2-40B4-BE49-F238E27FC236}">
                <a16:creationId xmlns:a16="http://schemas.microsoft.com/office/drawing/2014/main" id="{179E288F-206E-5A2C-920B-C65AFDBF8DBF}"/>
              </a:ext>
            </a:extLst>
          </p:cNvPr>
          <p:cNvSpPr txBox="1"/>
          <p:nvPr/>
        </p:nvSpPr>
        <p:spPr>
          <a:xfrm rot="16200000">
            <a:off x="10016751" y="6250302"/>
            <a:ext cx="950702" cy="19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2"/>
              <a:t>LEL-VAC-VALVP03</a:t>
            </a:r>
          </a:p>
        </p:txBody>
      </p:sp>
      <p:sp>
        <p:nvSpPr>
          <p:cNvPr id="1138" name="Rectangle 1029">
            <a:extLst>
              <a:ext uri="{FF2B5EF4-FFF2-40B4-BE49-F238E27FC236}">
                <a16:creationId xmlns:a16="http://schemas.microsoft.com/office/drawing/2014/main" id="{79414ED6-47B3-EA00-49ED-F6E5E08C0E8E}"/>
              </a:ext>
            </a:extLst>
          </p:cNvPr>
          <p:cNvSpPr/>
          <p:nvPr/>
        </p:nvSpPr>
        <p:spPr>
          <a:xfrm rot="3253228">
            <a:off x="12324374" y="7855579"/>
            <a:ext cx="832389" cy="5201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39" name="Rounded Rectangle 1257">
            <a:extLst>
              <a:ext uri="{FF2B5EF4-FFF2-40B4-BE49-F238E27FC236}">
                <a16:creationId xmlns:a16="http://schemas.microsoft.com/office/drawing/2014/main" id="{4FE5B5AD-283B-7B45-2D2F-E4658F21F57A}"/>
              </a:ext>
            </a:extLst>
          </p:cNvPr>
          <p:cNvSpPr/>
          <p:nvPr/>
        </p:nvSpPr>
        <p:spPr>
          <a:xfrm>
            <a:off x="7595715" y="6846350"/>
            <a:ext cx="734259" cy="1055429"/>
          </a:xfrm>
          <a:prstGeom prst="roundRect">
            <a:avLst/>
          </a:prstGeom>
          <a:noFill/>
          <a:ln w="12700">
            <a:solidFill>
              <a:srgbClr val="002D56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cxnSp>
        <p:nvCxnSpPr>
          <p:cNvPr id="1140" name="Straight Connector 666">
            <a:extLst>
              <a:ext uri="{FF2B5EF4-FFF2-40B4-BE49-F238E27FC236}">
                <a16:creationId xmlns:a16="http://schemas.microsoft.com/office/drawing/2014/main" id="{399A410A-C0EE-5377-CD67-97E6CBB35026}"/>
              </a:ext>
            </a:extLst>
          </p:cNvPr>
          <p:cNvCxnSpPr>
            <a:cxnSpLocks/>
          </p:cNvCxnSpPr>
          <p:nvPr/>
        </p:nvCxnSpPr>
        <p:spPr>
          <a:xfrm>
            <a:off x="5162263" y="8026368"/>
            <a:ext cx="54964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2" name="Oval 745">
            <a:extLst>
              <a:ext uri="{FF2B5EF4-FFF2-40B4-BE49-F238E27FC236}">
                <a16:creationId xmlns:a16="http://schemas.microsoft.com/office/drawing/2014/main" id="{9F6E5945-A49C-D5E8-000F-2346F595EB2E}"/>
              </a:ext>
            </a:extLst>
          </p:cNvPr>
          <p:cNvSpPr/>
          <p:nvPr/>
        </p:nvSpPr>
        <p:spPr>
          <a:xfrm>
            <a:off x="8367541" y="2420037"/>
            <a:ext cx="65845" cy="292806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grpSp>
        <p:nvGrpSpPr>
          <p:cNvPr id="1143" name="Group 830">
            <a:extLst>
              <a:ext uri="{FF2B5EF4-FFF2-40B4-BE49-F238E27FC236}">
                <a16:creationId xmlns:a16="http://schemas.microsoft.com/office/drawing/2014/main" id="{BFDAC246-8FA0-7D01-5B22-2CFE5C1F38A5}"/>
              </a:ext>
            </a:extLst>
          </p:cNvPr>
          <p:cNvGrpSpPr/>
          <p:nvPr/>
        </p:nvGrpSpPr>
        <p:grpSpPr>
          <a:xfrm>
            <a:off x="8339410" y="2737773"/>
            <a:ext cx="130583" cy="292806"/>
            <a:chOff x="32420799" y="20978230"/>
            <a:chExt cx="152324" cy="359418"/>
          </a:xfrm>
        </p:grpSpPr>
        <p:sp>
          <p:nvSpPr>
            <p:cNvPr id="1159" name="Oval 882">
              <a:extLst>
                <a:ext uri="{FF2B5EF4-FFF2-40B4-BE49-F238E27FC236}">
                  <a16:creationId xmlns:a16="http://schemas.microsoft.com/office/drawing/2014/main" id="{6A234892-7393-7427-7B38-BF39A6BC5C2C}"/>
                </a:ext>
              </a:extLst>
            </p:cNvPr>
            <p:cNvSpPr/>
            <p:nvPr/>
          </p:nvSpPr>
          <p:spPr>
            <a:xfrm>
              <a:off x="32453613" y="20978230"/>
              <a:ext cx="89409" cy="359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  <p:sp>
          <p:nvSpPr>
            <p:cNvPr id="1160" name="Oval 888">
              <a:extLst>
                <a:ext uri="{FF2B5EF4-FFF2-40B4-BE49-F238E27FC236}">
                  <a16:creationId xmlns:a16="http://schemas.microsoft.com/office/drawing/2014/main" id="{57FFCB00-53D5-2EAC-2AA3-2612DDBDDE05}"/>
                </a:ext>
              </a:extLst>
            </p:cNvPr>
            <p:cNvSpPr/>
            <p:nvPr/>
          </p:nvSpPr>
          <p:spPr>
            <a:xfrm>
              <a:off x="32420799" y="21075730"/>
              <a:ext cx="152324" cy="15855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6"/>
            </a:p>
          </p:txBody>
        </p:sp>
      </p:grpSp>
      <p:sp>
        <p:nvSpPr>
          <p:cNvPr id="1144" name="Rectangle 889">
            <a:extLst>
              <a:ext uri="{FF2B5EF4-FFF2-40B4-BE49-F238E27FC236}">
                <a16:creationId xmlns:a16="http://schemas.microsoft.com/office/drawing/2014/main" id="{A58C90D0-FC15-100B-4564-FDBA5BB57C2A}"/>
              </a:ext>
            </a:extLst>
          </p:cNvPr>
          <p:cNvSpPr/>
          <p:nvPr/>
        </p:nvSpPr>
        <p:spPr>
          <a:xfrm>
            <a:off x="8412803" y="3452074"/>
            <a:ext cx="39193" cy="28939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45" name="Rectangle 892">
            <a:extLst>
              <a:ext uri="{FF2B5EF4-FFF2-40B4-BE49-F238E27FC236}">
                <a16:creationId xmlns:a16="http://schemas.microsoft.com/office/drawing/2014/main" id="{895EEE71-1A64-FCC1-16C7-665D64740E4C}"/>
              </a:ext>
            </a:extLst>
          </p:cNvPr>
          <p:cNvSpPr/>
          <p:nvPr/>
        </p:nvSpPr>
        <p:spPr>
          <a:xfrm>
            <a:off x="11577613" y="4166374"/>
            <a:ext cx="572970" cy="3181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46" name="Rectangle 900">
            <a:extLst>
              <a:ext uri="{FF2B5EF4-FFF2-40B4-BE49-F238E27FC236}">
                <a16:creationId xmlns:a16="http://schemas.microsoft.com/office/drawing/2014/main" id="{FDD4AC64-79A5-D7D6-DB9B-F0A592977E49}"/>
              </a:ext>
            </a:extLst>
          </p:cNvPr>
          <p:cNvSpPr/>
          <p:nvPr/>
        </p:nvSpPr>
        <p:spPr>
          <a:xfrm>
            <a:off x="11131176" y="3630649"/>
            <a:ext cx="1046954" cy="31814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47" name="Rectangle 901">
            <a:extLst>
              <a:ext uri="{FF2B5EF4-FFF2-40B4-BE49-F238E27FC236}">
                <a16:creationId xmlns:a16="http://schemas.microsoft.com/office/drawing/2014/main" id="{0C926D3C-692F-2741-E08D-602EED3E9CBE}"/>
              </a:ext>
            </a:extLst>
          </p:cNvPr>
          <p:cNvSpPr/>
          <p:nvPr/>
        </p:nvSpPr>
        <p:spPr>
          <a:xfrm>
            <a:off x="12024050" y="2469911"/>
            <a:ext cx="91549" cy="49602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48" name="Rectangle 903">
            <a:extLst>
              <a:ext uri="{FF2B5EF4-FFF2-40B4-BE49-F238E27FC236}">
                <a16:creationId xmlns:a16="http://schemas.microsoft.com/office/drawing/2014/main" id="{2B49A490-1A83-666A-91C0-7A52C2007A04}"/>
              </a:ext>
            </a:extLst>
          </p:cNvPr>
          <p:cNvSpPr/>
          <p:nvPr/>
        </p:nvSpPr>
        <p:spPr>
          <a:xfrm>
            <a:off x="11934762" y="3005635"/>
            <a:ext cx="189141" cy="54518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cxnSp>
        <p:nvCxnSpPr>
          <p:cNvPr id="1150" name="Straight Connector 905">
            <a:extLst>
              <a:ext uri="{FF2B5EF4-FFF2-40B4-BE49-F238E27FC236}">
                <a16:creationId xmlns:a16="http://schemas.microsoft.com/office/drawing/2014/main" id="{4B83D77D-55A0-1BB7-10B4-85E10CD2CE56}"/>
              </a:ext>
            </a:extLst>
          </p:cNvPr>
          <p:cNvCxnSpPr/>
          <p:nvPr/>
        </p:nvCxnSpPr>
        <p:spPr>
          <a:xfrm>
            <a:off x="8421298" y="3094924"/>
            <a:ext cx="2505" cy="253104"/>
          </a:xfrm>
          <a:prstGeom prst="line">
            <a:avLst/>
          </a:prstGeom>
          <a:ln w="571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1" name="Rectangle 907">
            <a:extLst>
              <a:ext uri="{FF2B5EF4-FFF2-40B4-BE49-F238E27FC236}">
                <a16:creationId xmlns:a16="http://schemas.microsoft.com/office/drawing/2014/main" id="{ECF33055-985E-191D-E5D7-5DEF9A548B8B}"/>
              </a:ext>
            </a:extLst>
          </p:cNvPr>
          <p:cNvSpPr/>
          <p:nvPr/>
        </p:nvSpPr>
        <p:spPr>
          <a:xfrm>
            <a:off x="8417063" y="4969960"/>
            <a:ext cx="35488" cy="22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52" name="Rectangle 923">
            <a:extLst>
              <a:ext uri="{FF2B5EF4-FFF2-40B4-BE49-F238E27FC236}">
                <a16:creationId xmlns:a16="http://schemas.microsoft.com/office/drawing/2014/main" id="{767DB2B0-5166-894B-BACF-166D32E569C6}"/>
              </a:ext>
            </a:extLst>
          </p:cNvPr>
          <p:cNvSpPr/>
          <p:nvPr/>
        </p:nvSpPr>
        <p:spPr>
          <a:xfrm>
            <a:off x="8406424" y="3809224"/>
            <a:ext cx="49117" cy="289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53" name="TextBox 924">
            <a:extLst>
              <a:ext uri="{FF2B5EF4-FFF2-40B4-BE49-F238E27FC236}">
                <a16:creationId xmlns:a16="http://schemas.microsoft.com/office/drawing/2014/main" id="{267DA3E0-EE86-D393-0466-1F40E39A0D56}"/>
              </a:ext>
            </a:extLst>
          </p:cNvPr>
          <p:cNvSpPr txBox="1"/>
          <p:nvPr/>
        </p:nvSpPr>
        <p:spPr>
          <a:xfrm>
            <a:off x="8541838" y="1897870"/>
            <a:ext cx="2581314" cy="3490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66" b="1"/>
              <a:t>KEY</a:t>
            </a:r>
          </a:p>
          <a:p>
            <a:endParaRPr lang="en-GB" sz="1466" b="1"/>
          </a:p>
          <a:p>
            <a:r>
              <a:rPr lang="en-GB" sz="1141"/>
              <a:t>BPM</a:t>
            </a:r>
          </a:p>
          <a:p>
            <a:endParaRPr lang="en-GB" sz="1141"/>
          </a:p>
          <a:p>
            <a:r>
              <a:rPr lang="en-GB" sz="1141"/>
              <a:t>BPM with Corrector Magnet</a:t>
            </a:r>
          </a:p>
          <a:p>
            <a:endParaRPr lang="en-GB" sz="1141"/>
          </a:p>
          <a:p>
            <a:r>
              <a:rPr lang="en-GB" sz="1141"/>
              <a:t>Fast Current Transformer (FCT), </a:t>
            </a:r>
            <a:r>
              <a:rPr lang="en-GB" sz="900"/>
              <a:t>also known as Integrating Current Transformer (ICT)</a:t>
            </a:r>
          </a:p>
          <a:p>
            <a:endParaRPr lang="en-GB" sz="1141"/>
          </a:p>
          <a:p>
            <a:r>
              <a:rPr lang="en-GB" sz="1141"/>
              <a:t>OTR Beam Screen</a:t>
            </a:r>
          </a:p>
          <a:p>
            <a:endParaRPr lang="en-GB" sz="1141"/>
          </a:p>
          <a:p>
            <a:r>
              <a:rPr lang="en-GB" sz="1141"/>
              <a:t>Vacuum Valve</a:t>
            </a:r>
          </a:p>
          <a:p>
            <a:endParaRPr lang="en-GB" sz="1141"/>
          </a:p>
          <a:p>
            <a:r>
              <a:rPr lang="en-GB" sz="1141"/>
              <a:t>Beam Dump</a:t>
            </a:r>
          </a:p>
          <a:p>
            <a:endParaRPr lang="en-GB" sz="1141"/>
          </a:p>
          <a:p>
            <a:r>
              <a:rPr lang="en-GB" sz="1141"/>
              <a:t>YAG screen Detector</a:t>
            </a:r>
          </a:p>
          <a:p>
            <a:endParaRPr lang="en-GB" sz="1141"/>
          </a:p>
          <a:p>
            <a:r>
              <a:rPr lang="en-GB" sz="1141"/>
              <a:t>Corrector Magnet</a:t>
            </a:r>
          </a:p>
          <a:p>
            <a:endParaRPr lang="en-GB" sz="1141"/>
          </a:p>
        </p:txBody>
      </p:sp>
      <p:sp>
        <p:nvSpPr>
          <p:cNvPr id="1154" name="TextBox 927">
            <a:extLst>
              <a:ext uri="{FF2B5EF4-FFF2-40B4-BE49-F238E27FC236}">
                <a16:creationId xmlns:a16="http://schemas.microsoft.com/office/drawing/2014/main" id="{1C894E5F-7914-2F11-790E-1D7591E87F32}"/>
              </a:ext>
            </a:extLst>
          </p:cNvPr>
          <p:cNvSpPr txBox="1"/>
          <p:nvPr/>
        </p:nvSpPr>
        <p:spPr>
          <a:xfrm>
            <a:off x="12113337" y="2023473"/>
            <a:ext cx="2304079" cy="2825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66" b="1"/>
          </a:p>
          <a:p>
            <a:endParaRPr lang="en-GB" sz="1466" b="1"/>
          </a:p>
          <a:p>
            <a:r>
              <a:rPr lang="en-GB" sz="1141"/>
              <a:t>Quadrupole Magnet</a:t>
            </a:r>
          </a:p>
          <a:p>
            <a:endParaRPr lang="en-GB" sz="1141"/>
          </a:p>
          <a:p>
            <a:endParaRPr lang="en-GB" sz="1141"/>
          </a:p>
          <a:p>
            <a:endParaRPr lang="en-GB" sz="1141"/>
          </a:p>
          <a:p>
            <a:r>
              <a:rPr lang="en-GB" sz="1141"/>
              <a:t>Dipole Magnet</a:t>
            </a:r>
          </a:p>
          <a:p>
            <a:endParaRPr lang="en-GB" sz="1141"/>
          </a:p>
          <a:p>
            <a:endParaRPr lang="en-GB" sz="1141"/>
          </a:p>
          <a:p>
            <a:r>
              <a:rPr lang="en-GB" sz="1141"/>
              <a:t>S-Band Accelerating Structure</a:t>
            </a:r>
          </a:p>
          <a:p>
            <a:endParaRPr lang="en-GB" sz="1141"/>
          </a:p>
          <a:p>
            <a:endParaRPr lang="en-GB" sz="1141"/>
          </a:p>
          <a:p>
            <a:r>
              <a:rPr lang="en-GB" sz="1141"/>
              <a:t>C-Band Accelerating Structure</a:t>
            </a:r>
          </a:p>
          <a:p>
            <a:endParaRPr lang="en-GB" sz="1141"/>
          </a:p>
          <a:p>
            <a:endParaRPr lang="en-GB" sz="1141"/>
          </a:p>
        </p:txBody>
      </p:sp>
      <p:sp>
        <p:nvSpPr>
          <p:cNvPr id="1155" name="Rectangle 930">
            <a:extLst>
              <a:ext uri="{FF2B5EF4-FFF2-40B4-BE49-F238E27FC236}">
                <a16:creationId xmlns:a16="http://schemas.microsoft.com/office/drawing/2014/main" id="{089E2130-DB93-746C-93A5-6B9FD628CDDA}"/>
              </a:ext>
            </a:extLst>
          </p:cNvPr>
          <p:cNvSpPr/>
          <p:nvPr/>
        </p:nvSpPr>
        <p:spPr>
          <a:xfrm>
            <a:off x="8228342" y="4255660"/>
            <a:ext cx="315682" cy="2121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56" name="Rectangle 18">
            <a:extLst>
              <a:ext uri="{FF2B5EF4-FFF2-40B4-BE49-F238E27FC236}">
                <a16:creationId xmlns:a16="http://schemas.microsoft.com/office/drawing/2014/main" id="{472BDEB6-CE94-3E8D-A3C2-E0550C2CAB5B}"/>
              </a:ext>
            </a:extLst>
          </p:cNvPr>
          <p:cNvSpPr/>
          <p:nvPr/>
        </p:nvSpPr>
        <p:spPr>
          <a:xfrm>
            <a:off x="8006112" y="1844898"/>
            <a:ext cx="6940489" cy="348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1157" name="Rectangle 1174">
            <a:extLst>
              <a:ext uri="{FF2B5EF4-FFF2-40B4-BE49-F238E27FC236}">
                <a16:creationId xmlns:a16="http://schemas.microsoft.com/office/drawing/2014/main" id="{203512AD-B908-2C02-8850-4DDD78AC3480}"/>
              </a:ext>
            </a:extLst>
          </p:cNvPr>
          <p:cNvSpPr/>
          <p:nvPr/>
        </p:nvSpPr>
        <p:spPr>
          <a:xfrm>
            <a:off x="8399302" y="4523524"/>
            <a:ext cx="53249" cy="289399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  <p:sp>
        <p:nvSpPr>
          <p:cNvPr id="4" name="TextBox 591">
            <a:extLst>
              <a:ext uri="{FF2B5EF4-FFF2-40B4-BE49-F238E27FC236}">
                <a16:creationId xmlns:a16="http://schemas.microsoft.com/office/drawing/2014/main" id="{8116D9A1-F4A6-09B2-F2ED-2D6C70AE5393}"/>
              </a:ext>
            </a:extLst>
          </p:cNvPr>
          <p:cNvSpPr txBox="1"/>
          <p:nvPr/>
        </p:nvSpPr>
        <p:spPr>
          <a:xfrm>
            <a:off x="12202625" y="5576850"/>
            <a:ext cx="720069" cy="267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41"/>
              <a:t>100 MeV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B8EFCB9-68A1-DBDE-552A-1A03B8B132CF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2562660" y="5844744"/>
            <a:ext cx="22834" cy="1339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340">
            <a:extLst>
              <a:ext uri="{FF2B5EF4-FFF2-40B4-BE49-F238E27FC236}">
                <a16:creationId xmlns:a16="http://schemas.microsoft.com/office/drawing/2014/main" id="{A9F9AE7E-A401-F30D-B407-643A19243B2F}"/>
              </a:ext>
            </a:extLst>
          </p:cNvPr>
          <p:cNvSpPr/>
          <p:nvPr/>
        </p:nvSpPr>
        <p:spPr>
          <a:xfrm>
            <a:off x="11740008" y="7055015"/>
            <a:ext cx="46676" cy="289399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6"/>
          </a:p>
        </p:txBody>
      </p:sp>
    </p:spTree>
    <p:extLst>
      <p:ext uri="{BB962C8B-B14F-4D97-AF65-F5344CB8AC3E}">
        <p14:creationId xmlns:p14="http://schemas.microsoft.com/office/powerpoint/2010/main" val="958088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ca6c0c-5c63-47b5-8108-9469dce4a66a">
      <Terms xmlns="http://schemas.microsoft.com/office/infopath/2007/PartnerControls"/>
    </lcf76f155ced4ddcb4097134ff3c332f>
    <TaxCatchAll xmlns="8668a514-761e-4e55-be6d-6ceda68f6a4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C08F04386D8D4DA1A3F20EFAC24E8F" ma:contentTypeVersion="17" ma:contentTypeDescription="Create a new document." ma:contentTypeScope="" ma:versionID="776c26930db941615d4fe2e0ba135c9e">
  <xsd:schema xmlns:xsd="http://www.w3.org/2001/XMLSchema" xmlns:xs="http://www.w3.org/2001/XMLSchema" xmlns:p="http://schemas.microsoft.com/office/2006/metadata/properties" xmlns:ns2="a7ca6c0c-5c63-47b5-8108-9469dce4a66a" xmlns:ns3="8668a514-761e-4e55-be6d-6ceda68f6a42" targetNamespace="http://schemas.microsoft.com/office/2006/metadata/properties" ma:root="true" ma:fieldsID="29a4c81b92b281e2dfca753cda35dda1" ns2:_="" ns3:_="">
    <xsd:import namespace="a7ca6c0c-5c63-47b5-8108-9469dce4a66a"/>
    <xsd:import namespace="8668a514-761e-4e55-be6d-6ceda68f6a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ca6c0c-5c63-47b5-8108-9469dce4a6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655b07b-e106-434b-8e42-295331486e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68a514-761e-4e55-be6d-6ceda68f6a4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9710a78-4915-457d-a54e-01cb1ec1c7e7}" ma:internalName="TaxCatchAll" ma:showField="CatchAllData" ma:web="8668a514-761e-4e55-be6d-6ceda68f6a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9879C9-110D-4714-92B1-D479407C619C}">
  <ds:schemaRefs>
    <ds:schemaRef ds:uri="8668a514-761e-4e55-be6d-6ceda68f6a42"/>
    <ds:schemaRef ds:uri="a7ca6c0c-5c63-47b5-8108-9469dce4a66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6263B4E-8D14-4CF7-BC14-B638DB652E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B8458-6CD7-4CBE-A09D-F6C9433EDE37}">
  <ds:schemaRefs>
    <ds:schemaRef ds:uri="8668a514-761e-4e55-be6d-6ceda68f6a42"/>
    <ds:schemaRef ds:uri="a7ca6c0c-5c63-47b5-8108-9469dce4a6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 Alesini</dc:creator>
  <cp:revision>2</cp:revision>
  <dcterms:created xsi:type="dcterms:W3CDTF">2023-03-06T06:39:59Z</dcterms:created>
  <dcterms:modified xsi:type="dcterms:W3CDTF">2026-03-21T00:01:13Z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0x01010093C08F04386D8D4DA1A3F20EFAC24E8F</vt:lpwstr>
  </property>
  <property fmtid="{D5CDD505-2E9C-101B-9397-08002B2CF9AE}" pid="3" name="MediaServiceImageTags">
    <vt:lpwstr/>
  </property>
</Properties>
</file>